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75"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90AA7C-6275-4418-BF5A-8DC946982522}" v="23" dt="2025-11-01T13:51:13.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9" autoAdjust="0"/>
    <p:restoredTop sz="94660"/>
  </p:normalViewPr>
  <p:slideViewPr>
    <p:cSldViewPr snapToGrid="0">
      <p:cViewPr varScale="1">
        <p:scale>
          <a:sx n="76" d="100"/>
          <a:sy n="76" d="100"/>
        </p:scale>
        <p:origin x="12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l Silva" userId="b0c5e3c40c886828" providerId="LiveId" clId="{2095FDFE-0713-463E-A99A-7FA7B1721BE0}"/>
    <pc:docChg chg="undo custSel addSld modSld sldOrd">
      <pc:chgData name="Joel Silva" userId="b0c5e3c40c886828" providerId="LiveId" clId="{2095FDFE-0713-463E-A99A-7FA7B1721BE0}" dt="2025-11-01T13:51:41.286" v="3329" actId="113"/>
      <pc:docMkLst>
        <pc:docMk/>
      </pc:docMkLst>
      <pc:sldChg chg="addSp modSp mod setBg">
        <pc:chgData name="Joel Silva" userId="b0c5e3c40c886828" providerId="LiveId" clId="{2095FDFE-0713-463E-A99A-7FA7B1721BE0}" dt="2025-11-01T10:58:37.499" v="37" actId="26606"/>
        <pc:sldMkLst>
          <pc:docMk/>
          <pc:sldMk cId="173651807" sldId="256"/>
        </pc:sldMkLst>
        <pc:spChg chg="mod">
          <ac:chgData name="Joel Silva" userId="b0c5e3c40c886828" providerId="LiveId" clId="{2095FDFE-0713-463E-A99A-7FA7B1721BE0}" dt="2025-11-01T10:58:37.499" v="37" actId="26606"/>
          <ac:spMkLst>
            <pc:docMk/>
            <pc:sldMk cId="173651807" sldId="256"/>
            <ac:spMk id="2" creationId="{E94B2604-8EBD-407C-BEBA-AA784F9882E9}"/>
          </ac:spMkLst>
        </pc:spChg>
        <pc:spChg chg="mod">
          <ac:chgData name="Joel Silva" userId="b0c5e3c40c886828" providerId="LiveId" clId="{2095FDFE-0713-463E-A99A-7FA7B1721BE0}" dt="2025-11-01T10:58:37.499" v="37" actId="26606"/>
          <ac:spMkLst>
            <pc:docMk/>
            <pc:sldMk cId="173651807" sldId="256"/>
            <ac:spMk id="3" creationId="{AF82475A-76E5-6B8B-172E-7BA61B82A5BC}"/>
          </ac:spMkLst>
        </pc:spChg>
        <pc:spChg chg="add">
          <ac:chgData name="Joel Silva" userId="b0c5e3c40c886828" providerId="LiveId" clId="{2095FDFE-0713-463E-A99A-7FA7B1721BE0}" dt="2025-11-01T10:58:37.499" v="37" actId="26606"/>
          <ac:spMkLst>
            <pc:docMk/>
            <pc:sldMk cId="173651807" sldId="256"/>
            <ac:spMk id="8" creationId="{EFA9B6C6-A247-48A8-9A1C-1E36FA9456B5}"/>
          </ac:spMkLst>
        </pc:spChg>
        <pc:spChg chg="add">
          <ac:chgData name="Joel Silva" userId="b0c5e3c40c886828" providerId="LiveId" clId="{2095FDFE-0713-463E-A99A-7FA7B1721BE0}" dt="2025-11-01T10:58:37.499" v="37" actId="26606"/>
          <ac:spMkLst>
            <pc:docMk/>
            <pc:sldMk cId="173651807" sldId="256"/>
            <ac:spMk id="10" creationId="{C5CB530E-515E-412C-9DF1-5F8FFBD6F383}"/>
          </ac:spMkLst>
        </pc:spChg>
        <pc:spChg chg="add">
          <ac:chgData name="Joel Silva" userId="b0c5e3c40c886828" providerId="LiveId" clId="{2095FDFE-0713-463E-A99A-7FA7B1721BE0}" dt="2025-11-01T10:58:37.499" v="37" actId="26606"/>
          <ac:spMkLst>
            <pc:docMk/>
            <pc:sldMk cId="173651807" sldId="256"/>
            <ac:spMk id="12" creationId="{712D4376-A578-4FF1-94FC-245E7A6A489F}"/>
          </ac:spMkLst>
        </pc:spChg>
        <pc:spChg chg="add">
          <ac:chgData name="Joel Silva" userId="b0c5e3c40c886828" providerId="LiveId" clId="{2095FDFE-0713-463E-A99A-7FA7B1721BE0}" dt="2025-11-01T10:58:37.499" v="37" actId="26606"/>
          <ac:spMkLst>
            <pc:docMk/>
            <pc:sldMk cId="173651807" sldId="256"/>
            <ac:spMk id="14" creationId="{AEA7509D-F04F-40CB-A0B3-EEF16499CC9F}"/>
          </ac:spMkLst>
        </pc:spChg>
        <pc:cxnChg chg="add">
          <ac:chgData name="Joel Silva" userId="b0c5e3c40c886828" providerId="LiveId" clId="{2095FDFE-0713-463E-A99A-7FA7B1721BE0}" dt="2025-11-01T10:58:37.499" v="37" actId="26606"/>
          <ac:cxnSpMkLst>
            <pc:docMk/>
            <pc:sldMk cId="173651807" sldId="256"/>
            <ac:cxnSpMk id="16" creationId="{56020367-4FD5-4596-8E10-C5F095CD8DBF}"/>
          </ac:cxnSpMkLst>
        </pc:cxnChg>
      </pc:sldChg>
      <pc:sldChg chg="addSp delSp modSp mod setBg">
        <pc:chgData name="Joel Silva" userId="b0c5e3c40c886828" providerId="LiveId" clId="{2095FDFE-0713-463E-A99A-7FA7B1721BE0}" dt="2025-11-01T13:41:58.069" v="3319" actId="255"/>
        <pc:sldMkLst>
          <pc:docMk/>
          <pc:sldMk cId="2642515754" sldId="257"/>
        </pc:sldMkLst>
        <pc:spChg chg="mod">
          <ac:chgData name="Joel Silva" userId="b0c5e3c40c886828" providerId="LiveId" clId="{2095FDFE-0713-463E-A99A-7FA7B1721BE0}" dt="2025-11-01T10:59:07.420" v="42" actId="26606"/>
          <ac:spMkLst>
            <pc:docMk/>
            <pc:sldMk cId="2642515754" sldId="257"/>
            <ac:spMk id="2" creationId="{1F00C6F7-0DA9-7F5C-989C-34AC6E0ACC36}"/>
          </ac:spMkLst>
        </pc:spChg>
        <pc:spChg chg="add del">
          <ac:chgData name="Joel Silva" userId="b0c5e3c40c886828" providerId="LiveId" clId="{2095FDFE-0713-463E-A99A-7FA7B1721BE0}" dt="2025-11-01T10:59:07.420" v="42" actId="26606"/>
          <ac:spMkLst>
            <pc:docMk/>
            <pc:sldMk cId="2642515754" sldId="257"/>
            <ac:spMk id="3" creationId="{7B4400F6-F68F-5992-6593-90A182855250}"/>
          </ac:spMkLst>
        </pc:spChg>
        <pc:spChg chg="add del">
          <ac:chgData name="Joel Silva" userId="b0c5e3c40c886828" providerId="LiveId" clId="{2095FDFE-0713-463E-A99A-7FA7B1721BE0}" dt="2025-11-01T10:59:02.827" v="39" actId="26606"/>
          <ac:spMkLst>
            <pc:docMk/>
            <pc:sldMk cId="2642515754" sldId="257"/>
            <ac:spMk id="9" creationId="{53B021B3-DE93-4AB7-8A18-CF5F1CED88B8}"/>
          </ac:spMkLst>
        </pc:spChg>
        <pc:spChg chg="add del">
          <ac:chgData name="Joel Silva" userId="b0c5e3c40c886828" providerId="LiveId" clId="{2095FDFE-0713-463E-A99A-7FA7B1721BE0}" dt="2025-11-01T10:59:02.827" v="39" actId="26606"/>
          <ac:spMkLst>
            <pc:docMk/>
            <pc:sldMk cId="2642515754" sldId="257"/>
            <ac:spMk id="11" creationId="{52D502E5-F6B4-4D58-B4AE-FC466FF15EE8}"/>
          </ac:spMkLst>
        </pc:spChg>
        <pc:spChg chg="add del">
          <ac:chgData name="Joel Silva" userId="b0c5e3c40c886828" providerId="LiveId" clId="{2095FDFE-0713-463E-A99A-7FA7B1721BE0}" dt="2025-11-01T10:59:02.827" v="39" actId="26606"/>
          <ac:spMkLst>
            <pc:docMk/>
            <pc:sldMk cId="2642515754" sldId="257"/>
            <ac:spMk id="13" creationId="{9DECDBF4-02B6-4BB4-B65B-B8107AD6A9E8}"/>
          </ac:spMkLst>
        </pc:spChg>
        <pc:spChg chg="add del">
          <ac:chgData name="Joel Silva" userId="b0c5e3c40c886828" providerId="LiveId" clId="{2095FDFE-0713-463E-A99A-7FA7B1721BE0}" dt="2025-11-01T10:59:07.413" v="41" actId="26606"/>
          <ac:spMkLst>
            <pc:docMk/>
            <pc:sldMk cId="2642515754" sldId="257"/>
            <ac:spMk id="15" creationId="{C0763A76-9F1C-4FC5-82B7-DD475DA461B2}"/>
          </ac:spMkLst>
        </pc:spChg>
        <pc:spChg chg="add del">
          <ac:chgData name="Joel Silva" userId="b0c5e3c40c886828" providerId="LiveId" clId="{2095FDFE-0713-463E-A99A-7FA7B1721BE0}" dt="2025-11-01T10:59:07.413" v="41" actId="26606"/>
          <ac:spMkLst>
            <pc:docMk/>
            <pc:sldMk cId="2642515754" sldId="257"/>
            <ac:spMk id="16" creationId="{E81BF4F6-F2CF-4984-9D14-D6966D92F99F}"/>
          </ac:spMkLst>
        </pc:spChg>
        <pc:spChg chg="add del">
          <ac:chgData name="Joel Silva" userId="b0c5e3c40c886828" providerId="LiveId" clId="{2095FDFE-0713-463E-A99A-7FA7B1721BE0}" dt="2025-11-01T10:59:07.413" v="41" actId="26606"/>
          <ac:spMkLst>
            <pc:docMk/>
            <pc:sldMk cId="2642515754" sldId="257"/>
            <ac:spMk id="17" creationId="{7B4400F6-F68F-5992-6593-90A182855250}"/>
          </ac:spMkLst>
        </pc:spChg>
        <pc:spChg chg="add mod">
          <ac:chgData name="Joel Silva" userId="b0c5e3c40c886828" providerId="LiveId" clId="{2095FDFE-0713-463E-A99A-7FA7B1721BE0}" dt="2025-11-01T13:41:58.069" v="3319" actId="255"/>
          <ac:spMkLst>
            <pc:docMk/>
            <pc:sldMk cId="2642515754" sldId="257"/>
            <ac:spMk id="22" creationId="{7B4400F6-F68F-5992-6593-90A182855250}"/>
          </ac:spMkLst>
        </pc:spChg>
        <pc:graphicFrameChg chg="add del">
          <ac:chgData name="Joel Silva" userId="b0c5e3c40c886828" providerId="LiveId" clId="{2095FDFE-0713-463E-A99A-7FA7B1721BE0}" dt="2025-11-01T10:59:02.827" v="39" actId="26606"/>
          <ac:graphicFrameMkLst>
            <pc:docMk/>
            <pc:sldMk cId="2642515754" sldId="257"/>
            <ac:graphicFrameMk id="5" creationId="{A9C11B9B-C6EA-2CE5-7D03-E15F763D0325}"/>
          </ac:graphicFrameMkLst>
        </pc:graphicFrameChg>
        <pc:picChg chg="add del">
          <ac:chgData name="Joel Silva" userId="b0c5e3c40c886828" providerId="LiveId" clId="{2095FDFE-0713-463E-A99A-7FA7B1721BE0}" dt="2025-11-01T10:59:07.413" v="41" actId="26606"/>
          <ac:picMkLst>
            <pc:docMk/>
            <pc:sldMk cId="2642515754" sldId="257"/>
            <ac:picMk id="18" creationId="{961C59A6-53BF-FE6A-6676-77CD41A62329}"/>
          </ac:picMkLst>
        </pc:picChg>
        <pc:picChg chg="add">
          <ac:chgData name="Joel Silva" userId="b0c5e3c40c886828" providerId="LiveId" clId="{2095FDFE-0713-463E-A99A-7FA7B1721BE0}" dt="2025-11-01T10:59:07.420" v="42" actId="26606"/>
          <ac:picMkLst>
            <pc:docMk/>
            <pc:sldMk cId="2642515754" sldId="257"/>
            <ac:picMk id="20" creationId="{35F3EFBA-B977-57AB-F673-06A067344832}"/>
          </ac:picMkLst>
        </pc:picChg>
        <pc:cxnChg chg="add">
          <ac:chgData name="Joel Silva" userId="b0c5e3c40c886828" providerId="LiveId" clId="{2095FDFE-0713-463E-A99A-7FA7B1721BE0}" dt="2025-11-01T10:59:07.420" v="42" actId="26606"/>
          <ac:cxnSpMkLst>
            <pc:docMk/>
            <pc:sldMk cId="2642515754" sldId="257"/>
            <ac:cxnSpMk id="21" creationId="{1503BFE4-729B-D9D0-C17B-501E6AF1127A}"/>
          </ac:cxnSpMkLst>
        </pc:cxnChg>
      </pc:sldChg>
      <pc:sldChg chg="addSp delSp modSp add mod">
        <pc:chgData name="Joel Silva" userId="b0c5e3c40c886828" providerId="LiveId" clId="{2095FDFE-0713-463E-A99A-7FA7B1721BE0}" dt="2025-11-01T10:53:47.069" v="36" actId="1076"/>
        <pc:sldMkLst>
          <pc:docMk/>
          <pc:sldMk cId="2140439023" sldId="265"/>
        </pc:sldMkLst>
        <pc:spChg chg="mod">
          <ac:chgData name="Joel Silva" userId="b0c5e3c40c886828" providerId="LiveId" clId="{2095FDFE-0713-463E-A99A-7FA7B1721BE0}" dt="2025-11-01T10:53:27.686" v="29" actId="20577"/>
          <ac:spMkLst>
            <pc:docMk/>
            <pc:sldMk cId="2140439023" sldId="265"/>
            <ac:spMk id="3" creationId="{FD21EE02-4C21-D81B-92BB-E4344190AC12}"/>
          </ac:spMkLst>
        </pc:spChg>
        <pc:picChg chg="add mod">
          <ac:chgData name="Joel Silva" userId="b0c5e3c40c886828" providerId="LiveId" clId="{2095FDFE-0713-463E-A99A-7FA7B1721BE0}" dt="2025-11-01T10:53:47.069" v="36" actId="1076"/>
          <ac:picMkLst>
            <pc:docMk/>
            <pc:sldMk cId="2140439023" sldId="265"/>
            <ac:picMk id="4" creationId="{6A947927-B498-A6B2-C084-D7AF1551D503}"/>
          </ac:picMkLst>
        </pc:picChg>
        <pc:picChg chg="del">
          <ac:chgData name="Joel Silva" userId="b0c5e3c40c886828" providerId="LiveId" clId="{2095FDFE-0713-463E-A99A-7FA7B1721BE0}" dt="2025-11-01T10:53:30.157" v="30" actId="478"/>
          <ac:picMkLst>
            <pc:docMk/>
            <pc:sldMk cId="2140439023" sldId="265"/>
            <ac:picMk id="5" creationId="{2109436B-31A4-416E-3EC6-A2E8A51F3117}"/>
          </ac:picMkLst>
        </pc:picChg>
      </pc:sldChg>
      <pc:sldChg chg="delSp modSp add mod ord">
        <pc:chgData name="Joel Silva" userId="b0c5e3c40c886828" providerId="LiveId" clId="{2095FDFE-0713-463E-A99A-7FA7B1721BE0}" dt="2025-11-01T12:19:43.581" v="2196" actId="1035"/>
        <pc:sldMkLst>
          <pc:docMk/>
          <pc:sldMk cId="3409007491" sldId="266"/>
        </pc:sldMkLst>
        <pc:spChg chg="mod">
          <ac:chgData name="Joel Silva" userId="b0c5e3c40c886828" providerId="LiveId" clId="{2095FDFE-0713-463E-A99A-7FA7B1721BE0}" dt="2025-11-01T11:05:28.046" v="67" actId="20577"/>
          <ac:spMkLst>
            <pc:docMk/>
            <pc:sldMk cId="3409007491" sldId="266"/>
            <ac:spMk id="2" creationId="{D2B3DA75-9713-B7C2-922B-12A95FF40E22}"/>
          </ac:spMkLst>
        </pc:spChg>
        <pc:spChg chg="mod">
          <ac:chgData name="Joel Silva" userId="b0c5e3c40c886828" providerId="LiveId" clId="{2095FDFE-0713-463E-A99A-7FA7B1721BE0}" dt="2025-11-01T12:19:43.581" v="2196" actId="1035"/>
          <ac:spMkLst>
            <pc:docMk/>
            <pc:sldMk cId="3409007491" sldId="266"/>
            <ac:spMk id="3" creationId="{AA78A196-6121-4748-FC13-D8B72C4F8BA6}"/>
          </ac:spMkLst>
        </pc:spChg>
        <pc:spChg chg="mod">
          <ac:chgData name="Joel Silva" userId="b0c5e3c40c886828" providerId="LiveId" clId="{2095FDFE-0713-463E-A99A-7FA7B1721BE0}" dt="2025-11-01T12:19:43.581" v="2196" actId="1035"/>
          <ac:spMkLst>
            <pc:docMk/>
            <pc:sldMk cId="3409007491" sldId="266"/>
            <ac:spMk id="5" creationId="{8C40F8C1-48A8-BB6C-627E-E5AB16241165}"/>
          </ac:spMkLst>
        </pc:spChg>
        <pc:spChg chg="mod">
          <ac:chgData name="Joel Silva" userId="b0c5e3c40c886828" providerId="LiveId" clId="{2095FDFE-0713-463E-A99A-7FA7B1721BE0}" dt="2025-11-01T12:19:43.581" v="2196" actId="1035"/>
          <ac:spMkLst>
            <pc:docMk/>
            <pc:sldMk cId="3409007491" sldId="266"/>
            <ac:spMk id="6" creationId="{D2AE6FD6-8C4B-1CEB-ADA6-D4271FDFDD35}"/>
          </ac:spMkLst>
        </pc:spChg>
        <pc:spChg chg="mod">
          <ac:chgData name="Joel Silva" userId="b0c5e3c40c886828" providerId="LiveId" clId="{2095FDFE-0713-463E-A99A-7FA7B1721BE0}" dt="2025-11-01T12:19:43.581" v="2196" actId="1035"/>
          <ac:spMkLst>
            <pc:docMk/>
            <pc:sldMk cId="3409007491" sldId="266"/>
            <ac:spMk id="7" creationId="{99823CAC-B530-307D-3DD1-7BFAB422628A}"/>
          </ac:spMkLst>
        </pc:spChg>
        <pc:spChg chg="del mod">
          <ac:chgData name="Joel Silva" userId="b0c5e3c40c886828" providerId="LiveId" clId="{2095FDFE-0713-463E-A99A-7FA7B1721BE0}" dt="2025-11-01T11:16:25.523" v="491" actId="478"/>
          <ac:spMkLst>
            <pc:docMk/>
            <pc:sldMk cId="3409007491" sldId="266"/>
            <ac:spMk id="8" creationId="{98A3BC9A-A97B-03BE-C700-6662B7DC4C44}"/>
          </ac:spMkLst>
        </pc:spChg>
        <pc:spChg chg="del">
          <ac:chgData name="Joel Silva" userId="b0c5e3c40c886828" providerId="LiveId" clId="{2095FDFE-0713-463E-A99A-7FA7B1721BE0}" dt="2025-11-01T11:16:28.506" v="492" actId="478"/>
          <ac:spMkLst>
            <pc:docMk/>
            <pc:sldMk cId="3409007491" sldId="266"/>
            <ac:spMk id="9" creationId="{6D8F5597-3A36-AC9C-D877-6A2F85F1D2A2}"/>
          </ac:spMkLst>
        </pc:spChg>
      </pc:sldChg>
      <pc:sldChg chg="addSp delSp modSp add mod">
        <pc:chgData name="Joel Silva" userId="b0c5e3c40c886828" providerId="LiveId" clId="{2095FDFE-0713-463E-A99A-7FA7B1721BE0}" dt="2025-11-01T12:19:33.555" v="2188" actId="1076"/>
        <pc:sldMkLst>
          <pc:docMk/>
          <pc:sldMk cId="288170399" sldId="267"/>
        </pc:sldMkLst>
        <pc:spChg chg="mod">
          <ac:chgData name="Joel Silva" userId="b0c5e3c40c886828" providerId="LiveId" clId="{2095FDFE-0713-463E-A99A-7FA7B1721BE0}" dt="2025-11-01T11:24:11.841" v="588" actId="20577"/>
          <ac:spMkLst>
            <pc:docMk/>
            <pc:sldMk cId="288170399" sldId="267"/>
            <ac:spMk id="2" creationId="{AF5E7EFF-8A6C-60E6-B187-B75F1AC404BC}"/>
          </ac:spMkLst>
        </pc:spChg>
        <pc:spChg chg="add del mod">
          <ac:chgData name="Joel Silva" userId="b0c5e3c40c886828" providerId="LiveId" clId="{2095FDFE-0713-463E-A99A-7FA7B1721BE0}" dt="2025-11-01T12:19:27.052" v="2187" actId="1035"/>
          <ac:spMkLst>
            <pc:docMk/>
            <pc:sldMk cId="288170399" sldId="267"/>
            <ac:spMk id="3" creationId="{EAE1CE44-E062-90FE-5656-79B04DBC0471}"/>
          </ac:spMkLst>
        </pc:spChg>
        <pc:spChg chg="mod">
          <ac:chgData name="Joel Silva" userId="b0c5e3c40c886828" providerId="LiveId" clId="{2095FDFE-0713-463E-A99A-7FA7B1721BE0}" dt="2025-11-01T12:19:27.052" v="2187" actId="1035"/>
          <ac:spMkLst>
            <pc:docMk/>
            <pc:sldMk cId="288170399" sldId="267"/>
            <ac:spMk id="5" creationId="{192E310F-FC1C-A5E8-7E38-1F95FABF1DBA}"/>
          </ac:spMkLst>
        </pc:spChg>
        <pc:spChg chg="add del">
          <ac:chgData name="Joel Silva" userId="b0c5e3c40c886828" providerId="LiveId" clId="{2095FDFE-0713-463E-A99A-7FA7B1721BE0}" dt="2025-11-01T11:27:03.318" v="760" actId="478"/>
          <ac:spMkLst>
            <pc:docMk/>
            <pc:sldMk cId="288170399" sldId="267"/>
            <ac:spMk id="6" creationId="{C487BD31-819A-CA49-190B-1E7A11E17587}"/>
          </ac:spMkLst>
        </pc:spChg>
        <pc:spChg chg="add del">
          <ac:chgData name="Joel Silva" userId="b0c5e3c40c886828" providerId="LiveId" clId="{2095FDFE-0713-463E-A99A-7FA7B1721BE0}" dt="2025-11-01T11:27:03.318" v="760" actId="478"/>
          <ac:spMkLst>
            <pc:docMk/>
            <pc:sldMk cId="288170399" sldId="267"/>
            <ac:spMk id="7" creationId="{320738A6-1124-7AC0-09E3-B91BF70F0914}"/>
          </ac:spMkLst>
        </pc:spChg>
        <pc:spChg chg="add del mod">
          <ac:chgData name="Joel Silva" userId="b0c5e3c40c886828" providerId="LiveId" clId="{2095FDFE-0713-463E-A99A-7FA7B1721BE0}" dt="2025-11-01T11:27:00.333" v="759" actId="478"/>
          <ac:spMkLst>
            <pc:docMk/>
            <pc:sldMk cId="288170399" sldId="267"/>
            <ac:spMk id="8" creationId="{A1EA096E-CF94-73D5-56B4-C30A5F4AECD4}"/>
          </ac:spMkLst>
        </pc:spChg>
        <pc:spChg chg="add mod">
          <ac:chgData name="Joel Silva" userId="b0c5e3c40c886828" providerId="LiveId" clId="{2095FDFE-0713-463E-A99A-7FA7B1721BE0}" dt="2025-11-01T11:26:58.792" v="756"/>
          <ac:spMkLst>
            <pc:docMk/>
            <pc:sldMk cId="288170399" sldId="267"/>
            <ac:spMk id="9" creationId="{3EB8D69E-5119-F256-1F71-326E7F5B6D19}"/>
          </ac:spMkLst>
        </pc:spChg>
        <pc:spChg chg="add mod">
          <ac:chgData name="Joel Silva" userId="b0c5e3c40c886828" providerId="LiveId" clId="{2095FDFE-0713-463E-A99A-7FA7B1721BE0}" dt="2025-11-01T12:19:33.555" v="2188" actId="1076"/>
          <ac:spMkLst>
            <pc:docMk/>
            <pc:sldMk cId="288170399" sldId="267"/>
            <ac:spMk id="10" creationId="{00A01B3C-82E0-1803-28A0-D25048B0F208}"/>
          </ac:spMkLst>
        </pc:spChg>
      </pc:sldChg>
      <pc:sldChg chg="modSp add mod">
        <pc:chgData name="Joel Silva" userId="b0c5e3c40c886828" providerId="LiveId" clId="{2095FDFE-0713-463E-A99A-7FA7B1721BE0}" dt="2025-11-01T12:19:22.424" v="2179" actId="1035"/>
        <pc:sldMkLst>
          <pc:docMk/>
          <pc:sldMk cId="4290990441" sldId="268"/>
        </pc:sldMkLst>
        <pc:spChg chg="mod">
          <ac:chgData name="Joel Silva" userId="b0c5e3c40c886828" providerId="LiveId" clId="{2095FDFE-0713-463E-A99A-7FA7B1721BE0}" dt="2025-11-01T11:27:53.346" v="778" actId="20577"/>
          <ac:spMkLst>
            <pc:docMk/>
            <pc:sldMk cId="4290990441" sldId="268"/>
            <ac:spMk id="2" creationId="{4AC173A4-1B00-9725-0331-5C41CCCF69C5}"/>
          </ac:spMkLst>
        </pc:spChg>
        <pc:spChg chg="mod">
          <ac:chgData name="Joel Silva" userId="b0c5e3c40c886828" providerId="LiveId" clId="{2095FDFE-0713-463E-A99A-7FA7B1721BE0}" dt="2025-11-01T12:19:22.424" v="2179" actId="1035"/>
          <ac:spMkLst>
            <pc:docMk/>
            <pc:sldMk cId="4290990441" sldId="268"/>
            <ac:spMk id="3" creationId="{5F69E978-E227-BA07-CADB-7D7C3EB0745A}"/>
          </ac:spMkLst>
        </pc:spChg>
        <pc:spChg chg="mod">
          <ac:chgData name="Joel Silva" userId="b0c5e3c40c886828" providerId="LiveId" clId="{2095FDFE-0713-463E-A99A-7FA7B1721BE0}" dt="2025-11-01T12:19:22.424" v="2179" actId="1035"/>
          <ac:spMkLst>
            <pc:docMk/>
            <pc:sldMk cId="4290990441" sldId="268"/>
            <ac:spMk id="5" creationId="{E556C795-25C2-7774-75E1-D773EB326E52}"/>
          </ac:spMkLst>
        </pc:spChg>
        <pc:spChg chg="mod">
          <ac:chgData name="Joel Silva" userId="b0c5e3c40c886828" providerId="LiveId" clId="{2095FDFE-0713-463E-A99A-7FA7B1721BE0}" dt="2025-11-01T11:31:07.890" v="1106" actId="1076"/>
          <ac:spMkLst>
            <pc:docMk/>
            <pc:sldMk cId="4290990441" sldId="268"/>
            <ac:spMk id="10" creationId="{160200EC-9446-54B7-8C04-E0D3A11A71C0}"/>
          </ac:spMkLst>
        </pc:spChg>
      </pc:sldChg>
      <pc:sldChg chg="modSp add mod">
        <pc:chgData name="Joel Silva" userId="b0c5e3c40c886828" providerId="LiveId" clId="{2095FDFE-0713-463E-A99A-7FA7B1721BE0}" dt="2025-11-01T12:19:16.950" v="2171" actId="1035"/>
        <pc:sldMkLst>
          <pc:docMk/>
          <pc:sldMk cId="1300440624" sldId="269"/>
        </pc:sldMkLst>
        <pc:spChg chg="mod">
          <ac:chgData name="Joel Silva" userId="b0c5e3c40c886828" providerId="LiveId" clId="{2095FDFE-0713-463E-A99A-7FA7B1721BE0}" dt="2025-11-01T12:19:16.950" v="2171" actId="1035"/>
          <ac:spMkLst>
            <pc:docMk/>
            <pc:sldMk cId="1300440624" sldId="269"/>
            <ac:spMk id="3" creationId="{97609BE7-7B74-B97A-EAF3-02330CD320F0}"/>
          </ac:spMkLst>
        </pc:spChg>
        <pc:spChg chg="mod">
          <ac:chgData name="Joel Silva" userId="b0c5e3c40c886828" providerId="LiveId" clId="{2095FDFE-0713-463E-A99A-7FA7B1721BE0}" dt="2025-11-01T12:19:16.950" v="2171" actId="1035"/>
          <ac:spMkLst>
            <pc:docMk/>
            <pc:sldMk cId="1300440624" sldId="269"/>
            <ac:spMk id="5" creationId="{5A05AD03-ACAA-35CB-026A-7BC88905CAEE}"/>
          </ac:spMkLst>
        </pc:spChg>
        <pc:spChg chg="mod">
          <ac:chgData name="Joel Silva" userId="b0c5e3c40c886828" providerId="LiveId" clId="{2095FDFE-0713-463E-A99A-7FA7B1721BE0}" dt="2025-11-01T11:33:23.132" v="1303" actId="14100"/>
          <ac:spMkLst>
            <pc:docMk/>
            <pc:sldMk cId="1300440624" sldId="269"/>
            <ac:spMk id="10" creationId="{18020C05-65B9-5212-A836-8CD33D5E129B}"/>
          </ac:spMkLst>
        </pc:spChg>
      </pc:sldChg>
      <pc:sldChg chg="modSp add mod">
        <pc:chgData name="Joel Silva" userId="b0c5e3c40c886828" providerId="LiveId" clId="{2095FDFE-0713-463E-A99A-7FA7B1721BE0}" dt="2025-11-01T12:19:57.684" v="2197" actId="1076"/>
        <pc:sldMkLst>
          <pc:docMk/>
          <pc:sldMk cId="3274481011" sldId="270"/>
        </pc:sldMkLst>
        <pc:spChg chg="mod">
          <ac:chgData name="Joel Silva" userId="b0c5e3c40c886828" providerId="LiveId" clId="{2095FDFE-0713-463E-A99A-7FA7B1721BE0}" dt="2025-11-01T12:19:12.384" v="2163" actId="1035"/>
          <ac:spMkLst>
            <pc:docMk/>
            <pc:sldMk cId="3274481011" sldId="270"/>
            <ac:spMk id="3" creationId="{B82B68D2-B78D-C21C-D1E0-908DBD535BB8}"/>
          </ac:spMkLst>
        </pc:spChg>
        <pc:spChg chg="mod">
          <ac:chgData name="Joel Silva" userId="b0c5e3c40c886828" providerId="LiveId" clId="{2095FDFE-0713-463E-A99A-7FA7B1721BE0}" dt="2025-11-01T12:19:12.384" v="2163" actId="1035"/>
          <ac:spMkLst>
            <pc:docMk/>
            <pc:sldMk cId="3274481011" sldId="270"/>
            <ac:spMk id="5" creationId="{65FA3593-9DD7-1A44-1164-0F557625BD24}"/>
          </ac:spMkLst>
        </pc:spChg>
        <pc:spChg chg="mod">
          <ac:chgData name="Joel Silva" userId="b0c5e3c40c886828" providerId="LiveId" clId="{2095FDFE-0713-463E-A99A-7FA7B1721BE0}" dt="2025-11-01T12:19:57.684" v="2197" actId="1076"/>
          <ac:spMkLst>
            <pc:docMk/>
            <pc:sldMk cId="3274481011" sldId="270"/>
            <ac:spMk id="10" creationId="{92393E7C-3376-DD9A-F51B-56C993BCE4C5}"/>
          </ac:spMkLst>
        </pc:spChg>
      </pc:sldChg>
      <pc:sldChg chg="modSp add mod">
        <pc:chgData name="Joel Silva" userId="b0c5e3c40c886828" providerId="LiveId" clId="{2095FDFE-0713-463E-A99A-7FA7B1721BE0}" dt="2025-11-01T12:21:10.386" v="2228" actId="1036"/>
        <pc:sldMkLst>
          <pc:docMk/>
          <pc:sldMk cId="1995957209" sldId="271"/>
        </pc:sldMkLst>
        <pc:spChg chg="mod">
          <ac:chgData name="Joel Silva" userId="b0c5e3c40c886828" providerId="LiveId" clId="{2095FDFE-0713-463E-A99A-7FA7B1721BE0}" dt="2025-11-01T12:08:34.694" v="1541" actId="20577"/>
          <ac:spMkLst>
            <pc:docMk/>
            <pc:sldMk cId="1995957209" sldId="271"/>
            <ac:spMk id="2" creationId="{0A27B002-0650-89EC-890A-09C93B13D240}"/>
          </ac:spMkLst>
        </pc:spChg>
        <pc:spChg chg="mod">
          <ac:chgData name="Joel Silva" userId="b0c5e3c40c886828" providerId="LiveId" clId="{2095FDFE-0713-463E-A99A-7FA7B1721BE0}" dt="2025-11-01T12:19:00.070" v="2147" actId="1035"/>
          <ac:spMkLst>
            <pc:docMk/>
            <pc:sldMk cId="1995957209" sldId="271"/>
            <ac:spMk id="3" creationId="{E7A40757-3D2A-FD8E-78C4-6285F8F1AFA0}"/>
          </ac:spMkLst>
        </pc:spChg>
        <pc:spChg chg="mod">
          <ac:chgData name="Joel Silva" userId="b0c5e3c40c886828" providerId="LiveId" clId="{2095FDFE-0713-463E-A99A-7FA7B1721BE0}" dt="2025-11-01T12:19:00.070" v="2147" actId="1035"/>
          <ac:spMkLst>
            <pc:docMk/>
            <pc:sldMk cId="1995957209" sldId="271"/>
            <ac:spMk id="5" creationId="{B5ECBF7B-D7F3-0BEE-D9B0-F59FD023C9D2}"/>
          </ac:spMkLst>
        </pc:spChg>
        <pc:spChg chg="mod">
          <ac:chgData name="Joel Silva" userId="b0c5e3c40c886828" providerId="LiveId" clId="{2095FDFE-0713-463E-A99A-7FA7B1721BE0}" dt="2025-11-01T12:21:10.386" v="2228" actId="1036"/>
          <ac:spMkLst>
            <pc:docMk/>
            <pc:sldMk cId="1995957209" sldId="271"/>
            <ac:spMk id="10" creationId="{C8659833-3255-E4DF-5301-779F525236A2}"/>
          </ac:spMkLst>
        </pc:spChg>
      </pc:sldChg>
      <pc:sldChg chg="modSp add mod">
        <pc:chgData name="Joel Silva" userId="b0c5e3c40c886828" providerId="LiveId" clId="{2095FDFE-0713-463E-A99A-7FA7B1721BE0}" dt="2025-11-01T12:19:07.358" v="2155" actId="1035"/>
        <pc:sldMkLst>
          <pc:docMk/>
          <pc:sldMk cId="2384125913" sldId="272"/>
        </pc:sldMkLst>
        <pc:spChg chg="mod">
          <ac:chgData name="Joel Silva" userId="b0c5e3c40c886828" providerId="LiveId" clId="{2095FDFE-0713-463E-A99A-7FA7B1721BE0}" dt="2025-11-01T12:19:07.358" v="2155" actId="1035"/>
          <ac:spMkLst>
            <pc:docMk/>
            <pc:sldMk cId="2384125913" sldId="272"/>
            <ac:spMk id="3" creationId="{9C8908F6-2C6C-FF0D-814F-2354E235AC60}"/>
          </ac:spMkLst>
        </pc:spChg>
        <pc:spChg chg="mod">
          <ac:chgData name="Joel Silva" userId="b0c5e3c40c886828" providerId="LiveId" clId="{2095FDFE-0713-463E-A99A-7FA7B1721BE0}" dt="2025-11-01T12:19:07.358" v="2155" actId="1035"/>
          <ac:spMkLst>
            <pc:docMk/>
            <pc:sldMk cId="2384125913" sldId="272"/>
            <ac:spMk id="5" creationId="{213A989E-C685-634C-B124-F9ED9B34528C}"/>
          </ac:spMkLst>
        </pc:spChg>
        <pc:spChg chg="mod">
          <ac:chgData name="Joel Silva" userId="b0c5e3c40c886828" providerId="LiveId" clId="{2095FDFE-0713-463E-A99A-7FA7B1721BE0}" dt="2025-11-01T12:17:45.211" v="2124" actId="14100"/>
          <ac:spMkLst>
            <pc:docMk/>
            <pc:sldMk cId="2384125913" sldId="272"/>
            <ac:spMk id="10" creationId="{CF302CE8-4AEF-53DA-420F-AAD810057687}"/>
          </ac:spMkLst>
        </pc:spChg>
      </pc:sldChg>
      <pc:sldChg chg="addSp delSp modSp add mod">
        <pc:chgData name="Joel Silva" userId="b0c5e3c40c886828" providerId="LiveId" clId="{2095FDFE-0713-463E-A99A-7FA7B1721BE0}" dt="2025-11-01T12:26:57.203" v="2826" actId="20577"/>
        <pc:sldMkLst>
          <pc:docMk/>
          <pc:sldMk cId="3481319285" sldId="273"/>
        </pc:sldMkLst>
        <pc:spChg chg="mod">
          <ac:chgData name="Joel Silva" userId="b0c5e3c40c886828" providerId="LiveId" clId="{2095FDFE-0713-463E-A99A-7FA7B1721BE0}" dt="2025-11-01T12:22:35.871" v="2256" actId="20577"/>
          <ac:spMkLst>
            <pc:docMk/>
            <pc:sldMk cId="3481319285" sldId="273"/>
            <ac:spMk id="2" creationId="{B57D3AEA-2C6F-BEEC-0090-A64EEB0EC843}"/>
          </ac:spMkLst>
        </pc:spChg>
        <pc:spChg chg="mod">
          <ac:chgData name="Joel Silva" userId="b0c5e3c40c886828" providerId="LiveId" clId="{2095FDFE-0713-463E-A99A-7FA7B1721BE0}" dt="2025-11-01T12:26:57.203" v="2826" actId="20577"/>
          <ac:spMkLst>
            <pc:docMk/>
            <pc:sldMk cId="3481319285" sldId="273"/>
            <ac:spMk id="3" creationId="{482724F6-A4B8-2580-2A27-0607E23240D9}"/>
          </ac:spMkLst>
        </pc:spChg>
        <pc:spChg chg="add del mod">
          <ac:chgData name="Joel Silva" userId="b0c5e3c40c886828" providerId="LiveId" clId="{2095FDFE-0713-463E-A99A-7FA7B1721BE0}" dt="2025-11-01T12:24:26.885" v="2516" actId="20577"/>
          <ac:spMkLst>
            <pc:docMk/>
            <pc:sldMk cId="3481319285" sldId="273"/>
            <ac:spMk id="5" creationId="{BBC08CF8-C2B0-9306-30EA-96615FBB6F71}"/>
          </ac:spMkLst>
        </pc:spChg>
        <pc:spChg chg="del">
          <ac:chgData name="Joel Silva" userId="b0c5e3c40c886828" providerId="LiveId" clId="{2095FDFE-0713-463E-A99A-7FA7B1721BE0}" dt="2025-11-01T12:24:12.895" v="2507" actId="478"/>
          <ac:spMkLst>
            <pc:docMk/>
            <pc:sldMk cId="3481319285" sldId="273"/>
            <ac:spMk id="10" creationId="{0A02B0A1-97E9-1950-885B-5946FDA01331}"/>
          </ac:spMkLst>
        </pc:spChg>
      </pc:sldChg>
      <pc:sldChg chg="modSp add mod">
        <pc:chgData name="Joel Silva" userId="b0c5e3c40c886828" providerId="LiveId" clId="{2095FDFE-0713-463E-A99A-7FA7B1721BE0}" dt="2025-11-01T12:31:43.257" v="3202" actId="20577"/>
        <pc:sldMkLst>
          <pc:docMk/>
          <pc:sldMk cId="2632303343" sldId="274"/>
        </pc:sldMkLst>
        <pc:spChg chg="mod">
          <ac:chgData name="Joel Silva" userId="b0c5e3c40c886828" providerId="LiveId" clId="{2095FDFE-0713-463E-A99A-7FA7B1721BE0}" dt="2025-11-01T12:31:43.257" v="3202" actId="20577"/>
          <ac:spMkLst>
            <pc:docMk/>
            <pc:sldMk cId="2632303343" sldId="274"/>
            <ac:spMk id="3" creationId="{CF8B0755-3971-1D36-3700-0EB0A987D22B}"/>
          </ac:spMkLst>
        </pc:spChg>
        <pc:spChg chg="mod">
          <ac:chgData name="Joel Silva" userId="b0c5e3c40c886828" providerId="LiveId" clId="{2095FDFE-0713-463E-A99A-7FA7B1721BE0}" dt="2025-11-01T12:29:42.251" v="2848" actId="20577"/>
          <ac:spMkLst>
            <pc:docMk/>
            <pc:sldMk cId="2632303343" sldId="274"/>
            <ac:spMk id="5" creationId="{F7E46C95-87B2-FB69-ABEB-12F5E3A22254}"/>
          </ac:spMkLst>
        </pc:spChg>
      </pc:sldChg>
      <pc:sldChg chg="addSp delSp modSp add mod">
        <pc:chgData name="Joel Silva" userId="b0c5e3c40c886828" providerId="LiveId" clId="{2095FDFE-0713-463E-A99A-7FA7B1721BE0}" dt="2025-11-01T13:51:41.286" v="3329" actId="113"/>
        <pc:sldMkLst>
          <pc:docMk/>
          <pc:sldMk cId="2172201391" sldId="275"/>
        </pc:sldMkLst>
        <pc:spChg chg="mod">
          <ac:chgData name="Joel Silva" userId="b0c5e3c40c886828" providerId="LiveId" clId="{2095FDFE-0713-463E-A99A-7FA7B1721BE0}" dt="2025-11-01T13:51:41.286" v="3329" actId="113"/>
          <ac:spMkLst>
            <pc:docMk/>
            <pc:sldMk cId="2172201391" sldId="275"/>
            <ac:spMk id="2" creationId="{5B8F783F-B176-A546-4D55-2125D8AD691C}"/>
          </ac:spMkLst>
        </pc:spChg>
        <pc:spChg chg="del">
          <ac:chgData name="Joel Silva" userId="b0c5e3c40c886828" providerId="LiveId" clId="{2095FDFE-0713-463E-A99A-7FA7B1721BE0}" dt="2025-11-01T13:51:21.295" v="3321" actId="478"/>
          <ac:spMkLst>
            <pc:docMk/>
            <pc:sldMk cId="2172201391" sldId="275"/>
            <ac:spMk id="3" creationId="{65731079-D598-D584-646F-0B2AC4247BE6}"/>
          </ac:spMkLst>
        </pc:spChg>
        <pc:spChg chg="del">
          <ac:chgData name="Joel Silva" userId="b0c5e3c40c886828" providerId="LiveId" clId="{2095FDFE-0713-463E-A99A-7FA7B1721BE0}" dt="2025-11-01T13:51:21.295" v="3321" actId="478"/>
          <ac:spMkLst>
            <pc:docMk/>
            <pc:sldMk cId="2172201391" sldId="275"/>
            <ac:spMk id="5" creationId="{EFCBF73B-1727-DDB9-A086-C46195723D08}"/>
          </ac:spMkLst>
        </pc:spChg>
        <pc:spChg chg="del">
          <ac:chgData name="Joel Silva" userId="b0c5e3c40c886828" providerId="LiveId" clId="{2095FDFE-0713-463E-A99A-7FA7B1721BE0}" dt="2025-11-01T13:51:21.295" v="3321" actId="478"/>
          <ac:spMkLst>
            <pc:docMk/>
            <pc:sldMk cId="2172201391" sldId="275"/>
            <ac:spMk id="6" creationId="{5D9FD552-13F6-0C0D-9F58-4FC1EA7D38EB}"/>
          </ac:spMkLst>
        </pc:spChg>
        <pc:spChg chg="del">
          <ac:chgData name="Joel Silva" userId="b0c5e3c40c886828" providerId="LiveId" clId="{2095FDFE-0713-463E-A99A-7FA7B1721BE0}" dt="2025-11-01T13:51:21.295" v="3321" actId="478"/>
          <ac:spMkLst>
            <pc:docMk/>
            <pc:sldMk cId="2172201391" sldId="275"/>
            <ac:spMk id="7" creationId="{02A8A78F-EBFC-ECC4-ECF0-874D5F0A78EE}"/>
          </ac:spMkLst>
        </pc:spChg>
        <pc:spChg chg="add del mod">
          <ac:chgData name="Joel Silva" userId="b0c5e3c40c886828" providerId="LiveId" clId="{2095FDFE-0713-463E-A99A-7FA7B1721BE0}" dt="2025-11-01T13:51:24.567" v="3322" actId="478"/>
          <ac:spMkLst>
            <pc:docMk/>
            <pc:sldMk cId="2172201391" sldId="275"/>
            <ac:spMk id="8" creationId="{5ECB459A-0B24-9A5A-2934-CA6D34AAF65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361166-B351-A874-E70E-CF36894D2F39}"/>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C2FDB54-CCEC-F807-0F33-6A044BB271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5921297B-2DA9-5B64-7996-D1BD84FF83C5}"/>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5" name="Espaço Reservado para Rodapé 4">
            <a:extLst>
              <a:ext uri="{FF2B5EF4-FFF2-40B4-BE49-F238E27FC236}">
                <a16:creationId xmlns:a16="http://schemas.microsoft.com/office/drawing/2014/main" id="{96EBCDE2-1DA2-040F-F836-B69D52385A4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7974E68-ED41-D242-1241-4901DC9F33DC}"/>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258425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68D512-FD44-0CD0-62AD-9F94409399A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26E66BC-7120-96F7-DB18-6D076666F77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E2C0D17-00C5-A194-FFDE-3C5131562B09}"/>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5" name="Espaço Reservado para Rodapé 4">
            <a:extLst>
              <a:ext uri="{FF2B5EF4-FFF2-40B4-BE49-F238E27FC236}">
                <a16:creationId xmlns:a16="http://schemas.microsoft.com/office/drawing/2014/main" id="{4DA31D79-9C92-77F9-E6D7-00AD37BA271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B876247-0E29-B772-1529-6A6629B2CA78}"/>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67965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38BC0E-28E9-15B5-0E5B-52A3EF759BDD}"/>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D0C9032-5500-D8D2-0E5E-7F22914996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F5DFC5F-BCE2-0BE1-A01A-E0F5DE731914}"/>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5" name="Espaço Reservado para Rodapé 4">
            <a:extLst>
              <a:ext uri="{FF2B5EF4-FFF2-40B4-BE49-F238E27FC236}">
                <a16:creationId xmlns:a16="http://schemas.microsoft.com/office/drawing/2014/main" id="{EFF43107-912E-3179-73D7-47F6F2DCDE3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E876C6E-98AF-07A9-750F-F62E7D48B7E3}"/>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2816631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38EC2E-6F04-E489-AFBE-C7966BB070A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623E6363-BD37-60B0-925F-6250CFB39B6F}"/>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9ECCFA6-B774-E05A-2E96-B99D4ECFC7ED}"/>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7A8F4A1A-FC20-3A9C-78C3-059E5CF893BD}"/>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6" name="Espaço Reservado para Rodapé 5">
            <a:extLst>
              <a:ext uri="{FF2B5EF4-FFF2-40B4-BE49-F238E27FC236}">
                <a16:creationId xmlns:a16="http://schemas.microsoft.com/office/drawing/2014/main" id="{78DCC75D-2BCB-78E3-83C0-EA153E8B4DC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98D7805-B2E8-4D34-FB39-ED81243FBB30}"/>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1405951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7F9BFD-BDA3-8D3B-A627-0638EC9F577B}"/>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4778F877-6CBF-AA10-681E-B572F94ED9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F6D2E8E-E0DA-4225-9893-070B832FD512}"/>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E0DEB728-562A-CE60-7008-66E72AC66E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D6DF3DC9-5417-D74A-FDB8-13B5D16F532C}"/>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B41853E2-929D-87BB-D957-E10639F9E250}"/>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8" name="Espaço Reservado para Rodapé 7">
            <a:extLst>
              <a:ext uri="{FF2B5EF4-FFF2-40B4-BE49-F238E27FC236}">
                <a16:creationId xmlns:a16="http://schemas.microsoft.com/office/drawing/2014/main" id="{91915921-D4AA-7907-2AF3-3CFEE1334C42}"/>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3E6BC9FE-40B7-02EB-E72D-166DA1B32E8D}"/>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2550649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3ADF4-0DE0-27E5-6C29-352DF1559D9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BBC549D6-D9AC-3E74-96AD-3ED34CAB5A85}"/>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4" name="Espaço Reservado para Rodapé 3">
            <a:extLst>
              <a:ext uri="{FF2B5EF4-FFF2-40B4-BE49-F238E27FC236}">
                <a16:creationId xmlns:a16="http://schemas.microsoft.com/office/drawing/2014/main" id="{33AE2195-665A-B1C5-0C5D-1CD71C129E25}"/>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47C24492-5985-4DEB-022E-09C5DE80F7EB}"/>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4126994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8BB5799-4C38-EC4F-1984-4CA7C24B94AC}"/>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3" name="Espaço Reservado para Rodapé 2">
            <a:extLst>
              <a:ext uri="{FF2B5EF4-FFF2-40B4-BE49-F238E27FC236}">
                <a16:creationId xmlns:a16="http://schemas.microsoft.com/office/drawing/2014/main" id="{473EBD1A-C5D3-B9BE-A713-334C1BEEE0A3}"/>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50DA5FAF-503A-5BAC-4E7F-08695B983840}"/>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266630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16CA9A-EE4A-05C3-E928-1FF16EBD61A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55C577B-7A95-15C2-470D-3E6260024C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75C04B4F-B692-13B9-54D4-C9DAE4B3FC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DCE134C-A726-CCA1-9202-ABFF1433C0AA}"/>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6" name="Espaço Reservado para Rodapé 5">
            <a:extLst>
              <a:ext uri="{FF2B5EF4-FFF2-40B4-BE49-F238E27FC236}">
                <a16:creationId xmlns:a16="http://schemas.microsoft.com/office/drawing/2014/main" id="{093C0349-177A-2228-59B6-759C37D890E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3BE1CBEF-EC50-F20A-D660-45D5CB594C05}"/>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4253042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EFC6A3-D757-42D6-8D78-D1571AAE68CD}"/>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A8288868-9FE7-0257-3689-3F56185996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57FAEE1-D071-7F50-BAF1-146024978D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A7F6E5D-02AF-E34D-52EC-3D3F898DF6DC}"/>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6" name="Espaço Reservado para Rodapé 5">
            <a:extLst>
              <a:ext uri="{FF2B5EF4-FFF2-40B4-BE49-F238E27FC236}">
                <a16:creationId xmlns:a16="http://schemas.microsoft.com/office/drawing/2014/main" id="{FF3B0A64-9ACE-2D00-1D15-07A95ABFCF1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62176EFB-C1D6-31D3-BAD8-A7FE7F8E8F78}"/>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3446430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7C753A-3C0B-B9D1-98CA-3DFE282F666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ACAE1E9-C017-D74B-F4BE-BDAB5A909C9A}"/>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65E4CB0-C7A1-B38E-665E-0EA601792D71}"/>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5" name="Espaço Reservado para Rodapé 4">
            <a:extLst>
              <a:ext uri="{FF2B5EF4-FFF2-40B4-BE49-F238E27FC236}">
                <a16:creationId xmlns:a16="http://schemas.microsoft.com/office/drawing/2014/main" id="{4A327019-7708-6493-9B9A-2A9FADF322A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E5E654E-4395-911C-3CA6-A0A69383021B}"/>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2219161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7CC1CC8-9859-04A3-50AD-736362784850}"/>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1800F121-DA71-693B-0384-CF1F884CB0D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B914E5C-DB1E-D8E4-1741-C740DDE75625}"/>
              </a:ext>
            </a:extLst>
          </p:cNvPr>
          <p:cNvSpPr>
            <a:spLocks noGrp="1"/>
          </p:cNvSpPr>
          <p:nvPr>
            <p:ph type="dt" sz="half" idx="10"/>
          </p:nvPr>
        </p:nvSpPr>
        <p:spPr/>
        <p:txBody>
          <a:bodyPr/>
          <a:lstStyle/>
          <a:p>
            <a:fld id="{D015D972-C49C-4C94-A1CA-FB8065C71623}" type="datetimeFigureOut">
              <a:rPr lang="pt-BR" smtClean="0"/>
              <a:t>01/11/2025</a:t>
            </a:fld>
            <a:endParaRPr lang="pt-BR"/>
          </a:p>
        </p:txBody>
      </p:sp>
      <p:sp>
        <p:nvSpPr>
          <p:cNvPr id="5" name="Espaço Reservado para Rodapé 4">
            <a:extLst>
              <a:ext uri="{FF2B5EF4-FFF2-40B4-BE49-F238E27FC236}">
                <a16:creationId xmlns:a16="http://schemas.microsoft.com/office/drawing/2014/main" id="{13F6F390-73F5-BDAD-1771-48DC8C92238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1F496D1-DBB7-DC16-8CBF-DD1F85110860}"/>
              </a:ext>
            </a:extLst>
          </p:cNvPr>
          <p:cNvSpPr>
            <a:spLocks noGrp="1"/>
          </p:cNvSpPr>
          <p:nvPr>
            <p:ph type="sldNum" sz="quarter" idx="12"/>
          </p:nvPr>
        </p:nvSpPr>
        <p:spPr/>
        <p:txBody>
          <a:bodyPr/>
          <a:lstStyle/>
          <a:p>
            <a:fld id="{39EBDA7D-043E-4212-8FDD-B0CF1CC92C48}" type="slidenum">
              <a:rPr lang="pt-BR" smtClean="0"/>
              <a:t>‹nº›</a:t>
            </a:fld>
            <a:endParaRPr lang="pt-BR"/>
          </a:p>
        </p:txBody>
      </p:sp>
    </p:spTree>
    <p:extLst>
      <p:ext uri="{BB962C8B-B14F-4D97-AF65-F5344CB8AC3E}">
        <p14:creationId xmlns:p14="http://schemas.microsoft.com/office/powerpoint/2010/main" val="3881808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4B749A39-AA30-9A7D-619E-05BB4E12FB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1B66CBD5-2C60-08A0-9627-AD9F2DA31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9C47E81-E2D5-6E78-2CFF-2A0E83FFEF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15D972-C49C-4C94-A1CA-FB8065C71623}" type="datetimeFigureOut">
              <a:rPr lang="pt-BR" smtClean="0"/>
              <a:t>01/11/2025</a:t>
            </a:fld>
            <a:endParaRPr lang="pt-BR"/>
          </a:p>
        </p:txBody>
      </p:sp>
      <p:sp>
        <p:nvSpPr>
          <p:cNvPr id="5" name="Espaço Reservado para Rodapé 4">
            <a:extLst>
              <a:ext uri="{FF2B5EF4-FFF2-40B4-BE49-F238E27FC236}">
                <a16:creationId xmlns:a16="http://schemas.microsoft.com/office/drawing/2014/main" id="{71826AE3-4E6B-4A07-A1C1-1A6DCB23E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98BC8AC8-8E70-8A1C-A2A4-025F0C9E78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EBDA7D-043E-4212-8FDD-B0CF1CC92C48}" type="slidenum">
              <a:rPr lang="pt-BR" smtClean="0"/>
              <a:t>‹nº›</a:t>
            </a:fld>
            <a:endParaRPr lang="pt-BR"/>
          </a:p>
        </p:txBody>
      </p:sp>
    </p:spTree>
    <p:extLst>
      <p:ext uri="{BB962C8B-B14F-4D97-AF65-F5344CB8AC3E}">
        <p14:creationId xmlns:p14="http://schemas.microsoft.com/office/powerpoint/2010/main" val="2542144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ítulo 1">
            <a:extLst>
              <a:ext uri="{FF2B5EF4-FFF2-40B4-BE49-F238E27FC236}">
                <a16:creationId xmlns:a16="http://schemas.microsoft.com/office/drawing/2014/main" id="{E94B2604-8EBD-407C-BEBA-AA784F9882E9}"/>
              </a:ext>
            </a:extLst>
          </p:cNvPr>
          <p:cNvSpPr>
            <a:spLocks noGrp="1"/>
          </p:cNvSpPr>
          <p:nvPr>
            <p:ph type="ctrTitle"/>
          </p:nvPr>
        </p:nvSpPr>
        <p:spPr>
          <a:xfrm>
            <a:off x="1301261" y="590062"/>
            <a:ext cx="5409655" cy="2838938"/>
          </a:xfrm>
        </p:spPr>
        <p:txBody>
          <a:bodyPr>
            <a:normAutofit/>
          </a:bodyPr>
          <a:lstStyle/>
          <a:p>
            <a:pPr algn="l"/>
            <a:r>
              <a:rPr lang="en-GB" sz="5600">
                <a:solidFill>
                  <a:srgbClr val="FFFFFF"/>
                </a:solidFill>
              </a:rPr>
              <a:t>Library Management Service</a:t>
            </a:r>
            <a:endParaRPr lang="pt-BR" sz="5600">
              <a:solidFill>
                <a:srgbClr val="FFFFFF"/>
              </a:solidFill>
            </a:endParaRPr>
          </a:p>
        </p:txBody>
      </p:sp>
      <p:sp>
        <p:nvSpPr>
          <p:cNvPr id="3" name="Subtítulo 2">
            <a:extLst>
              <a:ext uri="{FF2B5EF4-FFF2-40B4-BE49-F238E27FC236}">
                <a16:creationId xmlns:a16="http://schemas.microsoft.com/office/drawing/2014/main" id="{AF82475A-76E5-6B8B-172E-7BA61B82A5BC}"/>
              </a:ext>
            </a:extLst>
          </p:cNvPr>
          <p:cNvSpPr>
            <a:spLocks noGrp="1"/>
          </p:cNvSpPr>
          <p:nvPr>
            <p:ph type="subTitle" idx="1"/>
          </p:nvPr>
        </p:nvSpPr>
        <p:spPr>
          <a:xfrm>
            <a:off x="5642044" y="4698614"/>
            <a:ext cx="5088650" cy="1198120"/>
          </a:xfrm>
        </p:spPr>
        <p:txBody>
          <a:bodyPr>
            <a:normAutofit/>
          </a:bodyPr>
          <a:lstStyle/>
          <a:p>
            <a:pPr algn="r"/>
            <a:r>
              <a:rPr lang="en-GB" sz="2000">
                <a:solidFill>
                  <a:srgbClr val="FFFFFF"/>
                </a:solidFill>
              </a:rPr>
              <a:t>OOP1 Assignment Report</a:t>
            </a:r>
          </a:p>
          <a:p>
            <a:pPr algn="r"/>
            <a:endParaRPr lang="en-GB" sz="2000">
              <a:solidFill>
                <a:srgbClr val="FFFFFF"/>
              </a:solidFill>
            </a:endParaRPr>
          </a:p>
          <a:p>
            <a:pPr algn="r"/>
            <a:r>
              <a:rPr lang="en-GB" sz="2000">
                <a:solidFill>
                  <a:srgbClr val="FFFFFF"/>
                </a:solidFill>
              </a:rPr>
              <a:t>Author: Joel Silva (</a:t>
            </a:r>
            <a:r>
              <a:rPr lang="pt-BR" sz="2000">
                <a:solidFill>
                  <a:srgbClr val="FFFFFF"/>
                </a:solidFill>
              </a:rPr>
              <a:t>A00336679)</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51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00C6F7-0DA9-7F5C-989C-34AC6E0ACC36}"/>
              </a:ext>
            </a:extLst>
          </p:cNvPr>
          <p:cNvSpPr>
            <a:spLocks noGrp="1"/>
          </p:cNvSpPr>
          <p:nvPr>
            <p:ph type="title"/>
          </p:nvPr>
        </p:nvSpPr>
        <p:spPr>
          <a:xfrm>
            <a:off x="5868557" y="1138036"/>
            <a:ext cx="5444382" cy="1402470"/>
          </a:xfrm>
        </p:spPr>
        <p:txBody>
          <a:bodyPr anchor="t">
            <a:normAutofit/>
          </a:bodyPr>
          <a:lstStyle/>
          <a:p>
            <a:r>
              <a:rPr lang="en-GB" sz="3200"/>
              <a:t>Project Overview and Requirements</a:t>
            </a:r>
            <a:endParaRPr lang="pt-BR" sz="3200"/>
          </a:p>
        </p:txBody>
      </p:sp>
      <p:pic>
        <p:nvPicPr>
          <p:cNvPr id="20" name="Picture 4" descr="Uma visão superior de livros com capas de diferentes cores">
            <a:extLst>
              <a:ext uri="{FF2B5EF4-FFF2-40B4-BE49-F238E27FC236}">
                <a16:creationId xmlns:a16="http://schemas.microsoft.com/office/drawing/2014/main" id="{35F3EFBA-B977-57AB-F673-06A067344832}"/>
              </a:ext>
            </a:extLst>
          </p:cNvPr>
          <p:cNvPicPr>
            <a:picLocks noChangeAspect="1"/>
          </p:cNvPicPr>
          <p:nvPr/>
        </p:nvPicPr>
        <p:blipFill>
          <a:blip r:embed="rId2"/>
          <a:srcRect l="8190" r="16698"/>
          <a:stretch>
            <a:fillRect/>
          </a:stretch>
        </p:blipFill>
        <p:spPr>
          <a:xfrm>
            <a:off x="-1" y="10"/>
            <a:ext cx="5151179" cy="6857990"/>
          </a:xfrm>
          <a:prstGeom prst="rect">
            <a:avLst/>
          </a:prstGeom>
        </p:spPr>
      </p:pic>
      <p:cxnSp>
        <p:nvCxnSpPr>
          <p:cNvPr id="21"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2" name="Espaço Reservado para Conteúdo 2">
            <a:extLst>
              <a:ext uri="{FF2B5EF4-FFF2-40B4-BE49-F238E27FC236}">
                <a16:creationId xmlns:a16="http://schemas.microsoft.com/office/drawing/2014/main" id="{7B4400F6-F68F-5992-6593-90A182855250}"/>
              </a:ext>
            </a:extLst>
          </p:cNvPr>
          <p:cNvSpPr>
            <a:spLocks noGrp="1"/>
          </p:cNvSpPr>
          <p:nvPr>
            <p:ph idx="1"/>
          </p:nvPr>
        </p:nvSpPr>
        <p:spPr>
          <a:xfrm>
            <a:off x="5868557" y="2551176"/>
            <a:ext cx="5444382" cy="3591207"/>
          </a:xfrm>
        </p:spPr>
        <p:txBody>
          <a:bodyPr>
            <a:normAutofit/>
          </a:bodyPr>
          <a:lstStyle/>
          <a:p>
            <a:r>
              <a:rPr lang="en-US" sz="2000" b="1" dirty="0"/>
              <a:t>The Library Management Service</a:t>
            </a:r>
            <a:r>
              <a:rPr lang="en-US" sz="2000" dirty="0"/>
              <a:t> is a REST API focused on managing loans, members, and library items</a:t>
            </a:r>
          </a:p>
          <a:p>
            <a:r>
              <a:rPr lang="en-US" sz="2000" dirty="0"/>
              <a:t>Demonstrate the practical application of fundamental OOP principles (Inheritance, Polymorphism, Encapsulation) and advanced Java features (Records, Sealed Classes, Lambdas)</a:t>
            </a:r>
          </a:p>
          <a:p>
            <a:r>
              <a:rPr lang="en-US" sz="2000" dirty="0"/>
              <a:t>Demonstrate Java 25 features (Flexible Constructor Bodies and Instance Main Methods)</a:t>
            </a:r>
          </a:p>
        </p:txBody>
      </p:sp>
    </p:spTree>
    <p:extLst>
      <p:ext uri="{BB962C8B-B14F-4D97-AF65-F5344CB8AC3E}">
        <p14:creationId xmlns:p14="http://schemas.microsoft.com/office/powerpoint/2010/main" val="2642515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52F45A-C377-E576-33BD-CF3FB86AE697}"/>
              </a:ext>
            </a:extLst>
          </p:cNvPr>
          <p:cNvSpPr>
            <a:spLocks noGrp="1"/>
          </p:cNvSpPr>
          <p:nvPr>
            <p:ph type="title"/>
          </p:nvPr>
        </p:nvSpPr>
        <p:spPr/>
        <p:txBody>
          <a:bodyPr/>
          <a:lstStyle/>
          <a:p>
            <a:r>
              <a:rPr lang="en-GB" dirty="0"/>
              <a:t>System Architecture</a:t>
            </a:r>
            <a:endParaRPr lang="pt-BR" dirty="0"/>
          </a:p>
        </p:txBody>
      </p:sp>
      <p:sp>
        <p:nvSpPr>
          <p:cNvPr id="7" name="Retângulo 6">
            <a:extLst>
              <a:ext uri="{FF2B5EF4-FFF2-40B4-BE49-F238E27FC236}">
                <a16:creationId xmlns:a16="http://schemas.microsoft.com/office/drawing/2014/main" id="{14454048-D43A-3DE1-BEA8-C6E46C929BD0}"/>
              </a:ext>
            </a:extLst>
          </p:cNvPr>
          <p:cNvSpPr/>
          <p:nvPr/>
        </p:nvSpPr>
        <p:spPr>
          <a:xfrm>
            <a:off x="598360" y="3230378"/>
            <a:ext cx="1753849" cy="6932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Controller</a:t>
            </a:r>
            <a:endParaRPr lang="pt-BR" dirty="0"/>
          </a:p>
        </p:txBody>
      </p:sp>
      <p:sp>
        <p:nvSpPr>
          <p:cNvPr id="8" name="Retângulo 7">
            <a:extLst>
              <a:ext uri="{FF2B5EF4-FFF2-40B4-BE49-F238E27FC236}">
                <a16:creationId xmlns:a16="http://schemas.microsoft.com/office/drawing/2014/main" id="{52464B21-2A2B-DDC9-C519-A8C62FB0F82A}"/>
              </a:ext>
            </a:extLst>
          </p:cNvPr>
          <p:cNvSpPr/>
          <p:nvPr/>
        </p:nvSpPr>
        <p:spPr>
          <a:xfrm>
            <a:off x="3511447" y="3230377"/>
            <a:ext cx="1753849" cy="6932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Service</a:t>
            </a:r>
            <a:endParaRPr lang="pt-BR" dirty="0"/>
          </a:p>
        </p:txBody>
      </p:sp>
      <p:sp>
        <p:nvSpPr>
          <p:cNvPr id="9" name="Retângulo 8">
            <a:extLst>
              <a:ext uri="{FF2B5EF4-FFF2-40B4-BE49-F238E27FC236}">
                <a16:creationId xmlns:a16="http://schemas.microsoft.com/office/drawing/2014/main" id="{54CFBCA0-E78D-B0C2-8249-E3EBB31CD945}"/>
              </a:ext>
            </a:extLst>
          </p:cNvPr>
          <p:cNvSpPr/>
          <p:nvPr/>
        </p:nvSpPr>
        <p:spPr>
          <a:xfrm>
            <a:off x="6362074" y="3230375"/>
            <a:ext cx="1753849" cy="6932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Repository</a:t>
            </a:r>
            <a:endParaRPr lang="pt-BR" dirty="0"/>
          </a:p>
        </p:txBody>
      </p:sp>
      <p:sp>
        <p:nvSpPr>
          <p:cNvPr id="10" name="Retângulo 9">
            <a:extLst>
              <a:ext uri="{FF2B5EF4-FFF2-40B4-BE49-F238E27FC236}">
                <a16:creationId xmlns:a16="http://schemas.microsoft.com/office/drawing/2014/main" id="{0EAA6672-0190-791A-197E-676D6DEB271A}"/>
              </a:ext>
            </a:extLst>
          </p:cNvPr>
          <p:cNvSpPr/>
          <p:nvPr/>
        </p:nvSpPr>
        <p:spPr>
          <a:xfrm>
            <a:off x="9423811" y="3230375"/>
            <a:ext cx="1753849" cy="6932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In-Memory</a:t>
            </a:r>
          </a:p>
          <a:p>
            <a:pPr algn="ctr"/>
            <a:r>
              <a:rPr lang="en-GB" dirty="0"/>
              <a:t>Storage</a:t>
            </a:r>
            <a:endParaRPr lang="pt-BR" dirty="0"/>
          </a:p>
        </p:txBody>
      </p:sp>
      <p:sp>
        <p:nvSpPr>
          <p:cNvPr id="11" name="Cilindro 10">
            <a:extLst>
              <a:ext uri="{FF2B5EF4-FFF2-40B4-BE49-F238E27FC236}">
                <a16:creationId xmlns:a16="http://schemas.microsoft.com/office/drawing/2014/main" id="{69C4AB7F-9FDB-061E-DB06-1BC67D8586D4}"/>
              </a:ext>
            </a:extLst>
          </p:cNvPr>
          <p:cNvSpPr/>
          <p:nvPr/>
        </p:nvSpPr>
        <p:spPr>
          <a:xfrm>
            <a:off x="9623684" y="4905529"/>
            <a:ext cx="1374096" cy="116923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 In Memory</a:t>
            </a:r>
          </a:p>
          <a:p>
            <a:pPr algn="ctr"/>
            <a:r>
              <a:rPr lang="en-GB" sz="1400" dirty="0"/>
              <a:t>Static Maps</a:t>
            </a:r>
            <a:endParaRPr lang="pt-BR" sz="1400" dirty="0"/>
          </a:p>
        </p:txBody>
      </p:sp>
      <p:cxnSp>
        <p:nvCxnSpPr>
          <p:cNvPr id="13" name="Conector de Seta Reta 12">
            <a:extLst>
              <a:ext uri="{FF2B5EF4-FFF2-40B4-BE49-F238E27FC236}">
                <a16:creationId xmlns:a16="http://schemas.microsoft.com/office/drawing/2014/main" id="{0C109F8B-CAE9-B982-CAEB-FA462F6B0BE3}"/>
              </a:ext>
            </a:extLst>
          </p:cNvPr>
          <p:cNvCxnSpPr>
            <a:stCxn id="7" idx="3"/>
            <a:endCxn id="8" idx="1"/>
          </p:cNvCxnSpPr>
          <p:nvPr/>
        </p:nvCxnSpPr>
        <p:spPr>
          <a:xfrm flipV="1">
            <a:off x="2352209" y="3577025"/>
            <a:ext cx="115923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ector de Seta Reta 13">
            <a:extLst>
              <a:ext uri="{FF2B5EF4-FFF2-40B4-BE49-F238E27FC236}">
                <a16:creationId xmlns:a16="http://schemas.microsoft.com/office/drawing/2014/main" id="{3468718A-94DD-1F29-69C5-445933F37AA8}"/>
              </a:ext>
            </a:extLst>
          </p:cNvPr>
          <p:cNvCxnSpPr>
            <a:cxnSpLocks/>
            <a:stCxn id="8" idx="3"/>
            <a:endCxn id="9" idx="1"/>
          </p:cNvCxnSpPr>
          <p:nvPr/>
        </p:nvCxnSpPr>
        <p:spPr>
          <a:xfrm flipV="1">
            <a:off x="5265296" y="3577023"/>
            <a:ext cx="1096778"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ector de Seta Reta 16">
            <a:extLst>
              <a:ext uri="{FF2B5EF4-FFF2-40B4-BE49-F238E27FC236}">
                <a16:creationId xmlns:a16="http://schemas.microsoft.com/office/drawing/2014/main" id="{FFF376AB-EC12-3EDA-DCD9-DECB971A4E4B}"/>
              </a:ext>
            </a:extLst>
          </p:cNvPr>
          <p:cNvCxnSpPr>
            <a:cxnSpLocks/>
            <a:stCxn id="9" idx="3"/>
            <a:endCxn id="10" idx="1"/>
          </p:cNvCxnSpPr>
          <p:nvPr/>
        </p:nvCxnSpPr>
        <p:spPr>
          <a:xfrm>
            <a:off x="8115923" y="3577023"/>
            <a:ext cx="130788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de Seta Reta 20">
            <a:extLst>
              <a:ext uri="{FF2B5EF4-FFF2-40B4-BE49-F238E27FC236}">
                <a16:creationId xmlns:a16="http://schemas.microsoft.com/office/drawing/2014/main" id="{CDD4FB43-4AAF-E023-DDE1-658ED71E97C5}"/>
              </a:ext>
            </a:extLst>
          </p:cNvPr>
          <p:cNvCxnSpPr>
            <a:cxnSpLocks/>
            <a:stCxn id="10" idx="2"/>
            <a:endCxn id="11" idx="1"/>
          </p:cNvCxnSpPr>
          <p:nvPr/>
        </p:nvCxnSpPr>
        <p:spPr>
          <a:xfrm>
            <a:off x="10300736" y="3923670"/>
            <a:ext cx="9996" cy="9818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CaixaDeTexto 23">
            <a:extLst>
              <a:ext uri="{FF2B5EF4-FFF2-40B4-BE49-F238E27FC236}">
                <a16:creationId xmlns:a16="http://schemas.microsoft.com/office/drawing/2014/main" id="{49A5A1A0-18D7-7523-9D64-D7205E6B1A15}"/>
              </a:ext>
            </a:extLst>
          </p:cNvPr>
          <p:cNvSpPr txBox="1"/>
          <p:nvPr/>
        </p:nvSpPr>
        <p:spPr>
          <a:xfrm>
            <a:off x="2565819" y="3230375"/>
            <a:ext cx="705788" cy="369332"/>
          </a:xfrm>
          <a:prstGeom prst="rect">
            <a:avLst/>
          </a:prstGeom>
          <a:noFill/>
        </p:spPr>
        <p:txBody>
          <a:bodyPr wrap="square" rtlCol="0">
            <a:spAutoFit/>
          </a:bodyPr>
          <a:lstStyle/>
          <a:p>
            <a:r>
              <a:rPr lang="en-GB" dirty="0"/>
              <a:t>calls</a:t>
            </a:r>
            <a:endParaRPr lang="pt-BR" dirty="0"/>
          </a:p>
        </p:txBody>
      </p:sp>
      <p:sp>
        <p:nvSpPr>
          <p:cNvPr id="25" name="CaixaDeTexto 24">
            <a:extLst>
              <a:ext uri="{FF2B5EF4-FFF2-40B4-BE49-F238E27FC236}">
                <a16:creationId xmlns:a16="http://schemas.microsoft.com/office/drawing/2014/main" id="{61879463-A309-6E00-C9AB-690548B50177}"/>
              </a:ext>
            </a:extLst>
          </p:cNvPr>
          <p:cNvSpPr txBox="1"/>
          <p:nvPr/>
        </p:nvSpPr>
        <p:spPr>
          <a:xfrm>
            <a:off x="5505136" y="3196350"/>
            <a:ext cx="705788" cy="369332"/>
          </a:xfrm>
          <a:prstGeom prst="rect">
            <a:avLst/>
          </a:prstGeom>
          <a:noFill/>
        </p:spPr>
        <p:txBody>
          <a:bodyPr wrap="square" rtlCol="0">
            <a:spAutoFit/>
          </a:bodyPr>
          <a:lstStyle/>
          <a:p>
            <a:r>
              <a:rPr lang="en-GB" dirty="0"/>
              <a:t>uses</a:t>
            </a:r>
            <a:endParaRPr lang="pt-BR" dirty="0"/>
          </a:p>
        </p:txBody>
      </p:sp>
      <p:sp>
        <p:nvSpPr>
          <p:cNvPr id="26" name="CaixaDeTexto 25">
            <a:extLst>
              <a:ext uri="{FF2B5EF4-FFF2-40B4-BE49-F238E27FC236}">
                <a16:creationId xmlns:a16="http://schemas.microsoft.com/office/drawing/2014/main" id="{B89B3E3B-DC57-DCAE-D563-38244512A9D3}"/>
              </a:ext>
            </a:extLst>
          </p:cNvPr>
          <p:cNvSpPr txBox="1"/>
          <p:nvPr/>
        </p:nvSpPr>
        <p:spPr>
          <a:xfrm>
            <a:off x="8217107" y="3204580"/>
            <a:ext cx="1176724" cy="369332"/>
          </a:xfrm>
          <a:prstGeom prst="rect">
            <a:avLst/>
          </a:prstGeom>
          <a:noFill/>
        </p:spPr>
        <p:txBody>
          <a:bodyPr wrap="square" rtlCol="0">
            <a:spAutoFit/>
          </a:bodyPr>
          <a:lstStyle/>
          <a:p>
            <a:r>
              <a:rPr lang="en-GB" dirty="0"/>
              <a:t>accesses</a:t>
            </a:r>
            <a:endParaRPr lang="pt-BR" dirty="0"/>
          </a:p>
        </p:txBody>
      </p:sp>
      <p:sp>
        <p:nvSpPr>
          <p:cNvPr id="29" name="CaixaDeTexto 28">
            <a:extLst>
              <a:ext uri="{FF2B5EF4-FFF2-40B4-BE49-F238E27FC236}">
                <a16:creationId xmlns:a16="http://schemas.microsoft.com/office/drawing/2014/main" id="{B595C2A4-CBD5-BC23-395F-6D1E6E86AAAE}"/>
              </a:ext>
            </a:extLst>
          </p:cNvPr>
          <p:cNvSpPr txBox="1"/>
          <p:nvPr/>
        </p:nvSpPr>
        <p:spPr>
          <a:xfrm>
            <a:off x="10399422" y="4268144"/>
            <a:ext cx="1743852" cy="369332"/>
          </a:xfrm>
          <a:prstGeom prst="rect">
            <a:avLst/>
          </a:prstGeom>
          <a:noFill/>
        </p:spPr>
        <p:txBody>
          <a:bodyPr wrap="square" rtlCol="0">
            <a:spAutoFit/>
          </a:bodyPr>
          <a:lstStyle/>
          <a:p>
            <a:r>
              <a:rPr lang="en-GB" dirty="0"/>
              <a:t>store/retrieves</a:t>
            </a:r>
            <a:endParaRPr lang="pt-BR" dirty="0"/>
          </a:p>
        </p:txBody>
      </p:sp>
      <p:sp>
        <p:nvSpPr>
          <p:cNvPr id="32" name="Espaço Reservado para Conteúdo 2">
            <a:extLst>
              <a:ext uri="{FF2B5EF4-FFF2-40B4-BE49-F238E27FC236}">
                <a16:creationId xmlns:a16="http://schemas.microsoft.com/office/drawing/2014/main" id="{37604883-B7F6-8FDA-A438-9E956ECDEB71}"/>
              </a:ext>
            </a:extLst>
          </p:cNvPr>
          <p:cNvSpPr>
            <a:spLocks noGrp="1"/>
          </p:cNvSpPr>
          <p:nvPr>
            <p:ph idx="1"/>
          </p:nvPr>
        </p:nvSpPr>
        <p:spPr>
          <a:xfrm>
            <a:off x="755748" y="1748001"/>
            <a:ext cx="10515600" cy="4351338"/>
          </a:xfrm>
        </p:spPr>
        <p:txBody>
          <a:bodyPr/>
          <a:lstStyle/>
          <a:p>
            <a:r>
              <a:rPr lang="en-GB" dirty="0"/>
              <a:t>The application adopts a standard three-tier architecture</a:t>
            </a:r>
            <a:endParaRPr lang="pt-BR" dirty="0"/>
          </a:p>
        </p:txBody>
      </p:sp>
    </p:spTree>
    <p:extLst>
      <p:ext uri="{BB962C8B-B14F-4D97-AF65-F5344CB8AC3E}">
        <p14:creationId xmlns:p14="http://schemas.microsoft.com/office/powerpoint/2010/main" val="2023447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1B2EF1-9538-052D-C49A-87BA2A576241}"/>
              </a:ext>
            </a:extLst>
          </p:cNvPr>
          <p:cNvSpPr>
            <a:spLocks noGrp="1"/>
          </p:cNvSpPr>
          <p:nvPr>
            <p:ph type="title"/>
          </p:nvPr>
        </p:nvSpPr>
        <p:spPr/>
        <p:txBody>
          <a:bodyPr/>
          <a:lstStyle/>
          <a:p>
            <a:r>
              <a:rPr lang="en-GB" dirty="0"/>
              <a:t>Domain Model</a:t>
            </a:r>
            <a:endParaRPr lang="pt-BR" dirty="0"/>
          </a:p>
        </p:txBody>
      </p:sp>
      <p:pic>
        <p:nvPicPr>
          <p:cNvPr id="4" name="Imagem 3" descr="Diagrama&#10;&#10;O conteúdo gerado por IA pode estar incorreto.">
            <a:extLst>
              <a:ext uri="{FF2B5EF4-FFF2-40B4-BE49-F238E27FC236}">
                <a16:creationId xmlns:a16="http://schemas.microsoft.com/office/drawing/2014/main" id="{5C8A7ABE-D437-C62D-6E00-85B57779AF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838200" y="2058155"/>
            <a:ext cx="10512547" cy="4024845"/>
          </a:xfrm>
          <a:prstGeom prst="rect">
            <a:avLst/>
          </a:prstGeom>
          <a:noFill/>
        </p:spPr>
      </p:pic>
    </p:spTree>
    <p:extLst>
      <p:ext uri="{BB962C8B-B14F-4D97-AF65-F5344CB8AC3E}">
        <p14:creationId xmlns:p14="http://schemas.microsoft.com/office/powerpoint/2010/main" val="4267290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F3657A-9B9B-3DA4-7D4D-40443D79CDBA}"/>
              </a:ext>
            </a:extLst>
          </p:cNvPr>
          <p:cNvSpPr>
            <a:spLocks noGrp="1"/>
          </p:cNvSpPr>
          <p:nvPr>
            <p:ph type="title"/>
          </p:nvPr>
        </p:nvSpPr>
        <p:spPr/>
        <p:txBody>
          <a:bodyPr/>
          <a:lstStyle/>
          <a:p>
            <a:r>
              <a:rPr lang="en-GB" dirty="0"/>
              <a:t>Core OOP Principles</a:t>
            </a:r>
            <a:endParaRPr lang="pt-BR" dirty="0"/>
          </a:p>
        </p:txBody>
      </p:sp>
      <p:sp>
        <p:nvSpPr>
          <p:cNvPr id="3" name="Espaço Reservado para Conteúdo 2">
            <a:extLst>
              <a:ext uri="{FF2B5EF4-FFF2-40B4-BE49-F238E27FC236}">
                <a16:creationId xmlns:a16="http://schemas.microsoft.com/office/drawing/2014/main" id="{60393106-64A0-7A9E-EFFE-D3864B56D6EF}"/>
              </a:ext>
            </a:extLst>
          </p:cNvPr>
          <p:cNvSpPr>
            <a:spLocks noGrp="1"/>
          </p:cNvSpPr>
          <p:nvPr>
            <p:ph idx="1"/>
          </p:nvPr>
        </p:nvSpPr>
        <p:spPr>
          <a:xfrm>
            <a:off x="838200" y="1855121"/>
            <a:ext cx="10515600" cy="1325563"/>
          </a:xfrm>
        </p:spPr>
        <p:txBody>
          <a:bodyPr/>
          <a:lstStyle/>
          <a:p>
            <a:r>
              <a:rPr lang="en-GB" dirty="0"/>
              <a:t>Achieved by declaring all fields as private. Access is provided through controlled public getter and setter methods to safeguard the internal state</a:t>
            </a:r>
            <a:endParaRPr lang="pt-BR" dirty="0"/>
          </a:p>
        </p:txBody>
      </p:sp>
      <p:sp>
        <p:nvSpPr>
          <p:cNvPr id="5" name="CaixaDeTexto 4">
            <a:extLst>
              <a:ext uri="{FF2B5EF4-FFF2-40B4-BE49-F238E27FC236}">
                <a16:creationId xmlns:a16="http://schemas.microsoft.com/office/drawing/2014/main" id="{7B3C33B4-4E46-25D5-2842-FEEC2112AD2A}"/>
              </a:ext>
            </a:extLst>
          </p:cNvPr>
          <p:cNvSpPr txBox="1"/>
          <p:nvPr/>
        </p:nvSpPr>
        <p:spPr>
          <a:xfrm>
            <a:off x="838199" y="1416965"/>
            <a:ext cx="2947220" cy="523220"/>
          </a:xfrm>
          <a:prstGeom prst="rect">
            <a:avLst/>
          </a:prstGeom>
          <a:noFill/>
        </p:spPr>
        <p:txBody>
          <a:bodyPr wrap="square" rtlCol="0">
            <a:spAutoFit/>
          </a:bodyPr>
          <a:lstStyle/>
          <a:p>
            <a:r>
              <a:rPr lang="en-GB" sz="2800" b="1" dirty="0"/>
              <a:t>Encapsulation</a:t>
            </a:r>
            <a:endParaRPr lang="pt-BR" sz="2800" b="1" dirty="0"/>
          </a:p>
        </p:txBody>
      </p:sp>
      <p:sp>
        <p:nvSpPr>
          <p:cNvPr id="6" name="Espaço Reservado para Conteúdo 2">
            <a:extLst>
              <a:ext uri="{FF2B5EF4-FFF2-40B4-BE49-F238E27FC236}">
                <a16:creationId xmlns:a16="http://schemas.microsoft.com/office/drawing/2014/main" id="{A6329168-B0F5-ED55-EF6D-8D3AE1841CC0}"/>
              </a:ext>
            </a:extLst>
          </p:cNvPr>
          <p:cNvSpPr txBox="1">
            <a:spLocks/>
          </p:cNvSpPr>
          <p:nvPr/>
        </p:nvSpPr>
        <p:spPr>
          <a:xfrm>
            <a:off x="838200" y="3479341"/>
            <a:ext cx="10515600" cy="16432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Demonstrated via abstract getType() method in LibraryItem. This method is overridden in Book and Journal to return “BOOK” or “JOURNAL”, allowing the service layer to process all items uniformly as LibraryItem references </a:t>
            </a:r>
            <a:endParaRPr lang="pt-BR" dirty="0"/>
          </a:p>
        </p:txBody>
      </p:sp>
      <p:sp>
        <p:nvSpPr>
          <p:cNvPr id="7" name="CaixaDeTexto 6">
            <a:extLst>
              <a:ext uri="{FF2B5EF4-FFF2-40B4-BE49-F238E27FC236}">
                <a16:creationId xmlns:a16="http://schemas.microsoft.com/office/drawing/2014/main" id="{87C44500-7135-9056-A3F5-B757E7A45B4F}"/>
              </a:ext>
            </a:extLst>
          </p:cNvPr>
          <p:cNvSpPr txBox="1"/>
          <p:nvPr/>
        </p:nvSpPr>
        <p:spPr>
          <a:xfrm>
            <a:off x="838199" y="3041185"/>
            <a:ext cx="2947220" cy="523220"/>
          </a:xfrm>
          <a:prstGeom prst="rect">
            <a:avLst/>
          </a:prstGeom>
          <a:noFill/>
        </p:spPr>
        <p:txBody>
          <a:bodyPr wrap="square" rtlCol="0">
            <a:spAutoFit/>
          </a:bodyPr>
          <a:lstStyle/>
          <a:p>
            <a:r>
              <a:rPr lang="en-GB" sz="2800" b="1" dirty="0"/>
              <a:t>Polymorphism</a:t>
            </a:r>
            <a:endParaRPr lang="pt-BR" sz="2800" b="1" dirty="0"/>
          </a:p>
        </p:txBody>
      </p:sp>
      <p:sp>
        <p:nvSpPr>
          <p:cNvPr id="8" name="Espaço Reservado para Conteúdo 2">
            <a:extLst>
              <a:ext uri="{FF2B5EF4-FFF2-40B4-BE49-F238E27FC236}">
                <a16:creationId xmlns:a16="http://schemas.microsoft.com/office/drawing/2014/main" id="{F4227978-E82E-C556-D97E-C95F848AACFE}"/>
              </a:ext>
            </a:extLst>
          </p:cNvPr>
          <p:cNvSpPr txBox="1">
            <a:spLocks/>
          </p:cNvSpPr>
          <p:nvPr/>
        </p:nvSpPr>
        <p:spPr>
          <a:xfrm>
            <a:off x="764459" y="5539356"/>
            <a:ext cx="10515600" cy="8909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 LoanService interface defines the business contracts, promoting flexibility and testability</a:t>
            </a:r>
            <a:endParaRPr lang="pt-BR" dirty="0"/>
          </a:p>
        </p:txBody>
      </p:sp>
      <p:sp>
        <p:nvSpPr>
          <p:cNvPr id="9" name="CaixaDeTexto 8">
            <a:extLst>
              <a:ext uri="{FF2B5EF4-FFF2-40B4-BE49-F238E27FC236}">
                <a16:creationId xmlns:a16="http://schemas.microsoft.com/office/drawing/2014/main" id="{41158D51-C3C7-6A9D-D2A7-74989E809D8E}"/>
              </a:ext>
            </a:extLst>
          </p:cNvPr>
          <p:cNvSpPr txBox="1"/>
          <p:nvPr/>
        </p:nvSpPr>
        <p:spPr>
          <a:xfrm>
            <a:off x="764458" y="5101199"/>
            <a:ext cx="2947220" cy="523220"/>
          </a:xfrm>
          <a:prstGeom prst="rect">
            <a:avLst/>
          </a:prstGeom>
          <a:noFill/>
        </p:spPr>
        <p:txBody>
          <a:bodyPr wrap="square" rtlCol="0">
            <a:spAutoFit/>
          </a:bodyPr>
          <a:lstStyle/>
          <a:p>
            <a:r>
              <a:rPr lang="en-GB" sz="2800" b="1" dirty="0"/>
              <a:t>Interfaces</a:t>
            </a:r>
            <a:endParaRPr lang="pt-BR" sz="2800" b="1" dirty="0"/>
          </a:p>
        </p:txBody>
      </p:sp>
    </p:spTree>
    <p:extLst>
      <p:ext uri="{BB962C8B-B14F-4D97-AF65-F5344CB8AC3E}">
        <p14:creationId xmlns:p14="http://schemas.microsoft.com/office/powerpoint/2010/main" val="2149447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ECAB1E8-8195-4748-BE71-FF806D868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text rectangle">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8BC32F9-6F63-2DC0-3770-D842674F7E16}"/>
              </a:ext>
            </a:extLst>
          </p:cNvPr>
          <p:cNvSpPr>
            <a:spLocks noGrp="1"/>
          </p:cNvSpPr>
          <p:nvPr>
            <p:ph type="title"/>
          </p:nvPr>
        </p:nvSpPr>
        <p:spPr>
          <a:xfrm>
            <a:off x="670712" y="978619"/>
            <a:ext cx="3751783" cy="1106424"/>
          </a:xfrm>
        </p:spPr>
        <p:txBody>
          <a:bodyPr>
            <a:normAutofit/>
          </a:bodyPr>
          <a:lstStyle/>
          <a:p>
            <a:r>
              <a:rPr lang="en-GB" sz="2800" dirty="0"/>
              <a:t>User Stories and API Endpoints</a:t>
            </a:r>
            <a:endParaRPr lang="pt-BR" sz="2800" dirty="0"/>
          </a:p>
        </p:txBody>
      </p:sp>
      <p:sp>
        <p:nvSpPr>
          <p:cNvPr id="21" name="!!accent">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ço Reservado para Conteúdo 2">
            <a:extLst>
              <a:ext uri="{FF2B5EF4-FFF2-40B4-BE49-F238E27FC236}">
                <a16:creationId xmlns:a16="http://schemas.microsoft.com/office/drawing/2014/main" id="{2E85F0C9-392F-12E1-0009-4DF765547489}"/>
              </a:ext>
            </a:extLst>
          </p:cNvPr>
          <p:cNvSpPr>
            <a:spLocks noGrp="1"/>
          </p:cNvSpPr>
          <p:nvPr>
            <p:ph idx="1"/>
          </p:nvPr>
        </p:nvSpPr>
        <p:spPr>
          <a:xfrm>
            <a:off x="670712" y="2372017"/>
            <a:ext cx="3751782" cy="3425043"/>
          </a:xfrm>
        </p:spPr>
        <p:txBody>
          <a:bodyPr>
            <a:normAutofit/>
          </a:bodyPr>
          <a:lstStyle/>
          <a:p>
            <a:pPr marL="0" indent="0">
              <a:buNone/>
            </a:pPr>
            <a:r>
              <a:rPr lang="en-GB" sz="2000" b="1" dirty="0"/>
              <a:t>Borrow books or journals</a:t>
            </a:r>
          </a:p>
          <a:p>
            <a:pPr marL="0" indent="0">
              <a:buNone/>
            </a:pPr>
            <a:r>
              <a:rPr lang="pt-BR" sz="1700" dirty="0">
                <a:latin typeface="Consolas" panose="020B0609020204030204" pitchFamily="49" charset="0"/>
              </a:rPr>
              <a:t>POST /v1/</a:t>
            </a:r>
            <a:r>
              <a:rPr lang="pt-BR" sz="1700" dirty="0" err="1">
                <a:latin typeface="Consolas" panose="020B0609020204030204" pitchFamily="49" charset="0"/>
              </a:rPr>
              <a:t>members</a:t>
            </a:r>
            <a:r>
              <a:rPr lang="pt-BR" sz="1700" dirty="0">
                <a:latin typeface="Consolas" panose="020B0609020204030204" pitchFamily="49" charset="0"/>
              </a:rPr>
              <a:t>/{memberId}/</a:t>
            </a:r>
            <a:r>
              <a:rPr lang="pt-BR" sz="1700" dirty="0" err="1">
                <a:latin typeface="Consolas" panose="020B0609020204030204" pitchFamily="49" charset="0"/>
              </a:rPr>
              <a:t>loans</a:t>
            </a:r>
            <a:endParaRPr lang="pt-BR" sz="1700" dirty="0">
              <a:latin typeface="Consolas" panose="020B0609020204030204" pitchFamily="49" charset="0"/>
            </a:endParaRPr>
          </a:p>
        </p:txBody>
      </p:sp>
      <p:pic>
        <p:nvPicPr>
          <p:cNvPr id="5" name="Imagem 4" descr="Diagrama, Tabela&#10;&#10;O conteúdo gerado por IA pode estar incorreto.">
            <a:extLst>
              <a:ext uri="{FF2B5EF4-FFF2-40B4-BE49-F238E27FC236}">
                <a16:creationId xmlns:a16="http://schemas.microsoft.com/office/drawing/2014/main" id="{8D93EB36-3E6E-847D-9414-B0D8C5C96937}"/>
              </a:ext>
            </a:extLst>
          </p:cNvPr>
          <p:cNvPicPr>
            <a:picLocks noChangeAspect="1"/>
          </p:cNvPicPr>
          <p:nvPr/>
        </p:nvPicPr>
        <p:blipFill>
          <a:blip r:embed="rId2">
            <a:extLst>
              <a:ext uri="{28A0092B-C50C-407E-A947-70E740481C1C}">
                <a14:useLocalDpi xmlns:a14="http://schemas.microsoft.com/office/drawing/2010/main" val="0"/>
              </a:ext>
            </a:extLst>
          </a:blip>
          <a:srcRect l="8315" r="980" b="-2"/>
          <a:stretch>
            <a:fillRect/>
          </a:stretch>
        </p:blipFill>
        <p:spPr bwMode="auto">
          <a:xfrm>
            <a:off x="5098534" y="612989"/>
            <a:ext cx="6683130" cy="5516555"/>
          </a:xfrm>
          <a:prstGeom prst="rect">
            <a:avLst/>
          </a:prstGeom>
          <a:noFill/>
        </p:spPr>
      </p:pic>
    </p:spTree>
    <p:extLst>
      <p:ext uri="{BB962C8B-B14F-4D97-AF65-F5344CB8AC3E}">
        <p14:creationId xmlns:p14="http://schemas.microsoft.com/office/powerpoint/2010/main" val="3694503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9E0B19-581D-8011-BBD9-0E3C7D8AA10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333C8B1-9F01-113D-FE94-CF768FB7B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text rectangle">
            <a:extLst>
              <a:ext uri="{FF2B5EF4-FFF2-40B4-BE49-F238E27FC236}">
                <a16:creationId xmlns:a16="http://schemas.microsoft.com/office/drawing/2014/main" id="{D0C1C772-625D-1A1E-6497-F3FB687F35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AE45628-AFF1-E68E-9E1D-C5E90842348C}"/>
              </a:ext>
            </a:extLst>
          </p:cNvPr>
          <p:cNvSpPr>
            <a:spLocks noGrp="1"/>
          </p:cNvSpPr>
          <p:nvPr>
            <p:ph type="title"/>
          </p:nvPr>
        </p:nvSpPr>
        <p:spPr>
          <a:xfrm>
            <a:off x="670712" y="978619"/>
            <a:ext cx="3751783" cy="1106424"/>
          </a:xfrm>
        </p:spPr>
        <p:txBody>
          <a:bodyPr>
            <a:normAutofit/>
          </a:bodyPr>
          <a:lstStyle/>
          <a:p>
            <a:r>
              <a:rPr lang="en-GB" sz="2800" dirty="0"/>
              <a:t>User Stories and API Endpoints</a:t>
            </a:r>
            <a:endParaRPr lang="pt-BR" sz="2800" dirty="0"/>
          </a:p>
        </p:txBody>
      </p:sp>
      <p:sp>
        <p:nvSpPr>
          <p:cNvPr id="21" name="!!accent">
            <a:extLst>
              <a:ext uri="{FF2B5EF4-FFF2-40B4-BE49-F238E27FC236}">
                <a16:creationId xmlns:a16="http://schemas.microsoft.com/office/drawing/2014/main" id="{3B741AEF-9889-D173-762E-101DB3FB1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63851DC0-29C0-386B-207F-69FB67967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ço Reservado para Conteúdo 2">
            <a:extLst>
              <a:ext uri="{FF2B5EF4-FFF2-40B4-BE49-F238E27FC236}">
                <a16:creationId xmlns:a16="http://schemas.microsoft.com/office/drawing/2014/main" id="{CDF2022D-F561-3656-0ACA-40BBD34D4BFD}"/>
              </a:ext>
            </a:extLst>
          </p:cNvPr>
          <p:cNvSpPr>
            <a:spLocks noGrp="1"/>
          </p:cNvSpPr>
          <p:nvPr>
            <p:ph idx="1"/>
          </p:nvPr>
        </p:nvSpPr>
        <p:spPr>
          <a:xfrm>
            <a:off x="670712" y="2372017"/>
            <a:ext cx="3751782" cy="3425043"/>
          </a:xfrm>
        </p:spPr>
        <p:txBody>
          <a:bodyPr>
            <a:normAutofit/>
          </a:bodyPr>
          <a:lstStyle/>
          <a:p>
            <a:pPr marL="0" indent="0">
              <a:buNone/>
            </a:pPr>
            <a:r>
              <a:rPr lang="en-GB" sz="2000" b="1" dirty="0"/>
              <a:t>List all Loans</a:t>
            </a:r>
          </a:p>
          <a:p>
            <a:pPr marL="0" indent="0">
              <a:buNone/>
            </a:pPr>
            <a:r>
              <a:rPr lang="pt-BR" sz="1700" dirty="0">
                <a:latin typeface="Consolas" panose="020B0609020204030204" pitchFamily="49" charset="0"/>
              </a:rPr>
              <a:t>GET /v1/</a:t>
            </a:r>
            <a:r>
              <a:rPr lang="pt-BR" sz="1700" dirty="0" err="1">
                <a:latin typeface="Consolas" panose="020B0609020204030204" pitchFamily="49" charset="0"/>
              </a:rPr>
              <a:t>members</a:t>
            </a:r>
            <a:r>
              <a:rPr lang="pt-BR" sz="1700" dirty="0">
                <a:latin typeface="Consolas" panose="020B0609020204030204" pitchFamily="49" charset="0"/>
              </a:rPr>
              <a:t>/{memberId}/</a:t>
            </a:r>
            <a:r>
              <a:rPr lang="pt-BR" sz="1700" dirty="0" err="1">
                <a:latin typeface="Consolas" panose="020B0609020204030204" pitchFamily="49" charset="0"/>
              </a:rPr>
              <a:t>loans</a:t>
            </a:r>
            <a:endParaRPr lang="pt-BR" sz="1700" dirty="0">
              <a:latin typeface="Consolas" panose="020B0609020204030204" pitchFamily="49" charset="0"/>
            </a:endParaRPr>
          </a:p>
        </p:txBody>
      </p:sp>
      <p:pic>
        <p:nvPicPr>
          <p:cNvPr id="4" name="Imagem 3" descr="Uma imagem contendo Diagrama&#10;&#10;O conteúdo gerado por IA pode estar incorreto.">
            <a:extLst>
              <a:ext uri="{FF2B5EF4-FFF2-40B4-BE49-F238E27FC236}">
                <a16:creationId xmlns:a16="http://schemas.microsoft.com/office/drawing/2014/main" id="{397934CA-42B9-A0FD-928C-E7CCB331587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0095" y="1697476"/>
            <a:ext cx="7015752" cy="3611943"/>
          </a:xfrm>
          <a:prstGeom prst="rect">
            <a:avLst/>
          </a:prstGeom>
          <a:noFill/>
          <a:ln>
            <a:noFill/>
          </a:ln>
        </p:spPr>
      </p:pic>
    </p:spTree>
    <p:extLst>
      <p:ext uri="{BB962C8B-B14F-4D97-AF65-F5344CB8AC3E}">
        <p14:creationId xmlns:p14="http://schemas.microsoft.com/office/powerpoint/2010/main" val="2360439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341E67-92D1-2CDD-A12E-C5D4119141B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CFBBDD1-5C00-ABB1-B1BA-6D572FF00D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text rectangle">
            <a:extLst>
              <a:ext uri="{FF2B5EF4-FFF2-40B4-BE49-F238E27FC236}">
                <a16:creationId xmlns:a16="http://schemas.microsoft.com/office/drawing/2014/main" id="{B2F4C6DA-79B9-3C02-F739-4910FFD9E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C0D706B1-A01E-2A1A-D947-8A15A0052193}"/>
              </a:ext>
            </a:extLst>
          </p:cNvPr>
          <p:cNvSpPr>
            <a:spLocks noGrp="1"/>
          </p:cNvSpPr>
          <p:nvPr>
            <p:ph type="title"/>
          </p:nvPr>
        </p:nvSpPr>
        <p:spPr>
          <a:xfrm>
            <a:off x="670712" y="978619"/>
            <a:ext cx="3751783" cy="1106424"/>
          </a:xfrm>
        </p:spPr>
        <p:txBody>
          <a:bodyPr>
            <a:normAutofit/>
          </a:bodyPr>
          <a:lstStyle/>
          <a:p>
            <a:r>
              <a:rPr lang="en-GB" sz="2800" dirty="0"/>
              <a:t>User Stories and API Endpoints</a:t>
            </a:r>
            <a:endParaRPr lang="pt-BR" sz="2800" dirty="0"/>
          </a:p>
        </p:txBody>
      </p:sp>
      <p:sp>
        <p:nvSpPr>
          <p:cNvPr id="21" name="!!accent">
            <a:extLst>
              <a:ext uri="{FF2B5EF4-FFF2-40B4-BE49-F238E27FC236}">
                <a16:creationId xmlns:a16="http://schemas.microsoft.com/office/drawing/2014/main" id="{1745A098-763B-5E7B-86A0-B25C8313B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4D481D3A-1521-54C8-0317-538AF6431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ço Reservado para Conteúdo 2">
            <a:extLst>
              <a:ext uri="{FF2B5EF4-FFF2-40B4-BE49-F238E27FC236}">
                <a16:creationId xmlns:a16="http://schemas.microsoft.com/office/drawing/2014/main" id="{8CAE8A4E-4589-33D6-6714-8E2A61A1E9C6}"/>
              </a:ext>
            </a:extLst>
          </p:cNvPr>
          <p:cNvSpPr>
            <a:spLocks noGrp="1"/>
          </p:cNvSpPr>
          <p:nvPr>
            <p:ph idx="1"/>
          </p:nvPr>
        </p:nvSpPr>
        <p:spPr>
          <a:xfrm>
            <a:off x="670712" y="2372017"/>
            <a:ext cx="3751782" cy="3425043"/>
          </a:xfrm>
        </p:spPr>
        <p:txBody>
          <a:bodyPr>
            <a:normAutofit/>
          </a:bodyPr>
          <a:lstStyle/>
          <a:p>
            <a:pPr marL="0" indent="0">
              <a:buNone/>
            </a:pPr>
            <a:r>
              <a:rPr lang="en-GB" sz="2000" b="1" dirty="0"/>
              <a:t>Retrieve Loan by ID</a:t>
            </a:r>
          </a:p>
          <a:p>
            <a:pPr marL="0" indent="0">
              <a:buNone/>
            </a:pPr>
            <a:r>
              <a:rPr lang="pt-BR" sz="1700">
                <a:latin typeface="Consolas" panose="020B0609020204030204" pitchFamily="49" charset="0"/>
              </a:rPr>
              <a:t>GET </a:t>
            </a:r>
            <a:br>
              <a:rPr lang="pt-BR" sz="1700">
                <a:latin typeface="Consolas" panose="020B0609020204030204" pitchFamily="49" charset="0"/>
              </a:rPr>
            </a:br>
            <a:r>
              <a:rPr lang="pt-BR" sz="1700">
                <a:latin typeface="Consolas" panose="020B0609020204030204" pitchFamily="49" charset="0"/>
              </a:rPr>
              <a:t>/</a:t>
            </a:r>
            <a:r>
              <a:rPr lang="pt-BR" sz="1700" dirty="0">
                <a:latin typeface="Consolas" panose="020B0609020204030204" pitchFamily="49" charset="0"/>
              </a:rPr>
              <a:t>v1/</a:t>
            </a:r>
            <a:r>
              <a:rPr lang="pt-BR" sz="1700" dirty="0" err="1">
                <a:latin typeface="Consolas" panose="020B0609020204030204" pitchFamily="49" charset="0"/>
              </a:rPr>
              <a:t>loans</a:t>
            </a:r>
            <a:r>
              <a:rPr lang="pt-BR" sz="1700" dirty="0">
                <a:latin typeface="Consolas" panose="020B0609020204030204" pitchFamily="49" charset="0"/>
              </a:rPr>
              <a:t>/{loanId}</a:t>
            </a:r>
          </a:p>
        </p:txBody>
      </p:sp>
      <p:pic>
        <p:nvPicPr>
          <p:cNvPr id="5" name="Imagem 4" descr="Interface gráfica do usuário, Texto, Aplicativo&#10;&#10;O conteúdo gerado por IA pode estar incorreto.">
            <a:extLst>
              <a:ext uri="{FF2B5EF4-FFF2-40B4-BE49-F238E27FC236}">
                <a16:creationId xmlns:a16="http://schemas.microsoft.com/office/drawing/2014/main" id="{1EB20A61-333A-6B0D-164D-EB4AF1D97D2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74275" y="1499810"/>
            <a:ext cx="6772158" cy="4297250"/>
          </a:xfrm>
          <a:prstGeom prst="rect">
            <a:avLst/>
          </a:prstGeom>
          <a:noFill/>
          <a:ln>
            <a:noFill/>
          </a:ln>
        </p:spPr>
      </p:pic>
    </p:spTree>
    <p:extLst>
      <p:ext uri="{BB962C8B-B14F-4D97-AF65-F5344CB8AC3E}">
        <p14:creationId xmlns:p14="http://schemas.microsoft.com/office/powerpoint/2010/main" val="150995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FB7CA3-45D6-B041-D22C-2D5C16184313}"/>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8B537B7-4B6D-CE0D-8F38-8C8891659A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text rectangle">
            <a:extLst>
              <a:ext uri="{FF2B5EF4-FFF2-40B4-BE49-F238E27FC236}">
                <a16:creationId xmlns:a16="http://schemas.microsoft.com/office/drawing/2014/main" id="{579D4955-C4F6-D6BA-A554-CDCD89D74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E1702BD-9CE6-20EF-F3B7-C53FEB7D876D}"/>
              </a:ext>
            </a:extLst>
          </p:cNvPr>
          <p:cNvSpPr>
            <a:spLocks noGrp="1"/>
          </p:cNvSpPr>
          <p:nvPr>
            <p:ph type="title"/>
          </p:nvPr>
        </p:nvSpPr>
        <p:spPr>
          <a:xfrm>
            <a:off x="670712" y="978619"/>
            <a:ext cx="3751783" cy="1106424"/>
          </a:xfrm>
        </p:spPr>
        <p:txBody>
          <a:bodyPr>
            <a:normAutofit/>
          </a:bodyPr>
          <a:lstStyle/>
          <a:p>
            <a:r>
              <a:rPr lang="en-GB" sz="2800" dirty="0"/>
              <a:t>User Stories and API Endpoints</a:t>
            </a:r>
            <a:endParaRPr lang="pt-BR" sz="2800" dirty="0"/>
          </a:p>
        </p:txBody>
      </p:sp>
      <p:sp>
        <p:nvSpPr>
          <p:cNvPr id="21" name="!!accent">
            <a:extLst>
              <a:ext uri="{FF2B5EF4-FFF2-40B4-BE49-F238E27FC236}">
                <a16:creationId xmlns:a16="http://schemas.microsoft.com/office/drawing/2014/main" id="{D3D03F47-1319-AD29-09C0-0EFA3D563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C1A50CE-10D6-8EAE-68C0-2E8E20D8F6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Espaço Reservado para Conteúdo 2">
            <a:extLst>
              <a:ext uri="{FF2B5EF4-FFF2-40B4-BE49-F238E27FC236}">
                <a16:creationId xmlns:a16="http://schemas.microsoft.com/office/drawing/2014/main" id="{FD21EE02-4C21-D81B-92BB-E4344190AC12}"/>
              </a:ext>
            </a:extLst>
          </p:cNvPr>
          <p:cNvSpPr>
            <a:spLocks noGrp="1"/>
          </p:cNvSpPr>
          <p:nvPr>
            <p:ph idx="1"/>
          </p:nvPr>
        </p:nvSpPr>
        <p:spPr>
          <a:xfrm>
            <a:off x="670712" y="2372017"/>
            <a:ext cx="3751782" cy="3425043"/>
          </a:xfrm>
        </p:spPr>
        <p:txBody>
          <a:bodyPr>
            <a:normAutofit/>
          </a:bodyPr>
          <a:lstStyle/>
          <a:p>
            <a:pPr marL="0" indent="0">
              <a:buNone/>
            </a:pPr>
            <a:r>
              <a:rPr lang="en-GB" sz="2000" b="1" dirty="0"/>
              <a:t>Return Loan Items</a:t>
            </a:r>
          </a:p>
          <a:p>
            <a:pPr marL="0" indent="0">
              <a:buNone/>
            </a:pPr>
            <a:r>
              <a:rPr lang="pt-BR" sz="1700" dirty="0">
                <a:latin typeface="Consolas" panose="020B0609020204030204" pitchFamily="49" charset="0"/>
              </a:rPr>
              <a:t>POST </a:t>
            </a:r>
            <a:br>
              <a:rPr lang="pt-BR" sz="1700" dirty="0">
                <a:latin typeface="Consolas" panose="020B0609020204030204" pitchFamily="49" charset="0"/>
              </a:rPr>
            </a:br>
            <a:r>
              <a:rPr lang="pt-BR" sz="1700" dirty="0">
                <a:latin typeface="Consolas" panose="020B0609020204030204" pitchFamily="49" charset="0"/>
              </a:rPr>
              <a:t>/v1/</a:t>
            </a:r>
            <a:r>
              <a:rPr lang="pt-BR" sz="1700" dirty="0" err="1">
                <a:latin typeface="Consolas" panose="020B0609020204030204" pitchFamily="49" charset="0"/>
              </a:rPr>
              <a:t>loans</a:t>
            </a:r>
            <a:r>
              <a:rPr lang="pt-BR" sz="1700" dirty="0">
                <a:latin typeface="Consolas" panose="020B0609020204030204" pitchFamily="49" charset="0"/>
              </a:rPr>
              <a:t>/{loanId}/</a:t>
            </a:r>
            <a:r>
              <a:rPr lang="pt-BR" sz="1700" dirty="0" err="1">
                <a:latin typeface="Consolas" panose="020B0609020204030204" pitchFamily="49" charset="0"/>
              </a:rPr>
              <a:t>returns</a:t>
            </a:r>
            <a:endParaRPr lang="pt-BR" sz="1700" dirty="0">
              <a:latin typeface="Consolas" panose="020B0609020204030204" pitchFamily="49" charset="0"/>
            </a:endParaRPr>
          </a:p>
        </p:txBody>
      </p:sp>
      <p:pic>
        <p:nvPicPr>
          <p:cNvPr id="4" name="Imagem 3" descr="Tabela&#10;&#10;O conteúdo gerado por IA pode estar incorreto.">
            <a:extLst>
              <a:ext uri="{FF2B5EF4-FFF2-40B4-BE49-F238E27FC236}">
                <a16:creationId xmlns:a16="http://schemas.microsoft.com/office/drawing/2014/main" id="{6A947927-B498-A6B2-C084-D7AF1551D50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98533" y="765167"/>
            <a:ext cx="6747900" cy="5464022"/>
          </a:xfrm>
          <a:prstGeom prst="rect">
            <a:avLst/>
          </a:prstGeom>
          <a:noFill/>
          <a:ln>
            <a:noFill/>
          </a:ln>
        </p:spPr>
      </p:pic>
    </p:spTree>
    <p:extLst>
      <p:ext uri="{BB962C8B-B14F-4D97-AF65-F5344CB8AC3E}">
        <p14:creationId xmlns:p14="http://schemas.microsoft.com/office/powerpoint/2010/main" val="2140439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112C5-11B5-7755-6687-8BD40C037EB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B3DA75-9713-B7C2-922B-12A95FF40E22}"/>
              </a:ext>
            </a:extLst>
          </p:cNvPr>
          <p:cNvSpPr>
            <a:spLocks noGrp="1"/>
          </p:cNvSpPr>
          <p:nvPr>
            <p:ph type="title"/>
          </p:nvPr>
        </p:nvSpPr>
        <p:spPr/>
        <p:txBody>
          <a:bodyPr/>
          <a:lstStyle/>
          <a:p>
            <a:r>
              <a:rPr lang="en-GB" dirty="0"/>
              <a:t>Exception Handling</a:t>
            </a:r>
            <a:endParaRPr lang="pt-BR" dirty="0"/>
          </a:p>
        </p:txBody>
      </p:sp>
      <p:sp>
        <p:nvSpPr>
          <p:cNvPr id="3" name="Espaço Reservado para Conteúdo 2">
            <a:extLst>
              <a:ext uri="{FF2B5EF4-FFF2-40B4-BE49-F238E27FC236}">
                <a16:creationId xmlns:a16="http://schemas.microsoft.com/office/drawing/2014/main" id="{AA78A196-6121-4748-FC13-D8B72C4F8BA6}"/>
              </a:ext>
            </a:extLst>
          </p:cNvPr>
          <p:cNvSpPr>
            <a:spLocks noGrp="1"/>
          </p:cNvSpPr>
          <p:nvPr>
            <p:ph idx="1"/>
          </p:nvPr>
        </p:nvSpPr>
        <p:spPr>
          <a:xfrm>
            <a:off x="838200" y="2032921"/>
            <a:ext cx="10515600" cy="1325563"/>
          </a:xfrm>
        </p:spPr>
        <p:txBody>
          <a:bodyPr/>
          <a:lstStyle/>
          <a:p>
            <a:r>
              <a:rPr lang="en-GB" dirty="0"/>
              <a:t>Uses custom unchecked exceptions </a:t>
            </a:r>
            <a:r>
              <a:rPr lang="en-GB" b="1" i="1" dirty="0"/>
              <a:t>ItemNotFoundException</a:t>
            </a:r>
            <a:r>
              <a:rPr lang="en-GB" dirty="0"/>
              <a:t>, </a:t>
            </a:r>
            <a:r>
              <a:rPr lang="en-GB" b="1" i="1" dirty="0"/>
              <a:t>ItemNotAvailableException</a:t>
            </a:r>
            <a:r>
              <a:rPr lang="en-GB" dirty="0"/>
              <a:t> to signal business rule violations in the Service Layer</a:t>
            </a:r>
            <a:endParaRPr lang="pt-BR" dirty="0"/>
          </a:p>
        </p:txBody>
      </p:sp>
      <p:sp>
        <p:nvSpPr>
          <p:cNvPr id="5" name="CaixaDeTexto 4">
            <a:extLst>
              <a:ext uri="{FF2B5EF4-FFF2-40B4-BE49-F238E27FC236}">
                <a16:creationId xmlns:a16="http://schemas.microsoft.com/office/drawing/2014/main" id="{8C40F8C1-48A8-BB6C-627E-E5AB16241165}"/>
              </a:ext>
            </a:extLst>
          </p:cNvPr>
          <p:cNvSpPr txBox="1"/>
          <p:nvPr/>
        </p:nvSpPr>
        <p:spPr>
          <a:xfrm>
            <a:off x="838198" y="1518565"/>
            <a:ext cx="3657601" cy="523220"/>
          </a:xfrm>
          <a:prstGeom prst="rect">
            <a:avLst/>
          </a:prstGeom>
          <a:noFill/>
        </p:spPr>
        <p:txBody>
          <a:bodyPr wrap="square" rtlCol="0">
            <a:spAutoFit/>
          </a:bodyPr>
          <a:lstStyle/>
          <a:p>
            <a:r>
              <a:rPr lang="en-GB" sz="2800" b="1" dirty="0"/>
              <a:t>Exception Strategy</a:t>
            </a:r>
            <a:endParaRPr lang="pt-BR" sz="2800" b="1" dirty="0"/>
          </a:p>
        </p:txBody>
      </p:sp>
      <p:sp>
        <p:nvSpPr>
          <p:cNvPr id="6" name="Espaço Reservado para Conteúdo 2">
            <a:extLst>
              <a:ext uri="{FF2B5EF4-FFF2-40B4-BE49-F238E27FC236}">
                <a16:creationId xmlns:a16="http://schemas.microsoft.com/office/drawing/2014/main" id="{D2AE6FD6-8C4B-1CEB-ADA6-D4271FDFDD35}"/>
              </a:ext>
            </a:extLst>
          </p:cNvPr>
          <p:cNvSpPr txBox="1">
            <a:spLocks/>
          </p:cNvSpPr>
          <p:nvPr/>
        </p:nvSpPr>
        <p:spPr>
          <a:xfrm>
            <a:off x="838200" y="3834941"/>
            <a:ext cx="10515600" cy="16432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 GlobalExceptionHandler (@ControllerAdvice) handles all custom exceptions, guaranteeing consistent, structured JSON error responses with correct HTTP status codes (e.g., 404 NOT FOUND)</a:t>
            </a:r>
            <a:endParaRPr lang="pt-BR" dirty="0"/>
          </a:p>
        </p:txBody>
      </p:sp>
      <p:sp>
        <p:nvSpPr>
          <p:cNvPr id="7" name="CaixaDeTexto 6">
            <a:extLst>
              <a:ext uri="{FF2B5EF4-FFF2-40B4-BE49-F238E27FC236}">
                <a16:creationId xmlns:a16="http://schemas.microsoft.com/office/drawing/2014/main" id="{99823CAC-B530-307D-3DD1-7BFAB422628A}"/>
              </a:ext>
            </a:extLst>
          </p:cNvPr>
          <p:cNvSpPr txBox="1"/>
          <p:nvPr/>
        </p:nvSpPr>
        <p:spPr>
          <a:xfrm>
            <a:off x="838198" y="3345985"/>
            <a:ext cx="3543301" cy="523221"/>
          </a:xfrm>
          <a:prstGeom prst="rect">
            <a:avLst/>
          </a:prstGeom>
          <a:noFill/>
        </p:spPr>
        <p:txBody>
          <a:bodyPr wrap="square" rtlCol="0">
            <a:spAutoFit/>
          </a:bodyPr>
          <a:lstStyle/>
          <a:p>
            <a:r>
              <a:rPr lang="en-GB" sz="2800" b="1" dirty="0"/>
              <a:t>Centralized Handler</a:t>
            </a:r>
            <a:endParaRPr lang="pt-BR" sz="2800" b="1" dirty="0"/>
          </a:p>
        </p:txBody>
      </p:sp>
    </p:spTree>
    <p:extLst>
      <p:ext uri="{BB962C8B-B14F-4D97-AF65-F5344CB8AC3E}">
        <p14:creationId xmlns:p14="http://schemas.microsoft.com/office/powerpoint/2010/main" val="3409007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50DE3-0AA8-6EF8-0C1A-90FEF59437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8F783F-B176-A546-4D55-2125D8AD691C}"/>
              </a:ext>
            </a:extLst>
          </p:cNvPr>
          <p:cNvSpPr>
            <a:spLocks noGrp="1"/>
          </p:cNvSpPr>
          <p:nvPr>
            <p:ph type="title"/>
          </p:nvPr>
        </p:nvSpPr>
        <p:spPr>
          <a:xfrm>
            <a:off x="838200" y="2536825"/>
            <a:ext cx="10515600" cy="1325563"/>
          </a:xfrm>
        </p:spPr>
        <p:txBody>
          <a:bodyPr/>
          <a:lstStyle/>
          <a:p>
            <a:pPr algn="ctr"/>
            <a:r>
              <a:rPr lang="en-GB" b="1" dirty="0"/>
              <a:t>DEMO</a:t>
            </a:r>
            <a:endParaRPr lang="pt-BR" b="1" dirty="0"/>
          </a:p>
        </p:txBody>
      </p:sp>
    </p:spTree>
    <p:extLst>
      <p:ext uri="{BB962C8B-B14F-4D97-AF65-F5344CB8AC3E}">
        <p14:creationId xmlns:p14="http://schemas.microsoft.com/office/powerpoint/2010/main" val="2172201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8F179-AC01-F497-122D-8470DDF876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5E7EFF-8A6C-60E6-B187-B75F1AC404BC}"/>
              </a:ext>
            </a:extLst>
          </p:cNvPr>
          <p:cNvSpPr>
            <a:spLocks noGrp="1"/>
          </p:cNvSpPr>
          <p:nvPr>
            <p:ph type="title"/>
          </p:nvPr>
        </p:nvSpPr>
        <p:spPr/>
        <p:txBody>
          <a:bodyPr/>
          <a:lstStyle/>
          <a:p>
            <a:r>
              <a:rPr lang="en-GB" dirty="0"/>
              <a:t>Advanced Java Features</a:t>
            </a:r>
            <a:endParaRPr lang="pt-BR" dirty="0"/>
          </a:p>
        </p:txBody>
      </p:sp>
      <p:sp>
        <p:nvSpPr>
          <p:cNvPr id="3" name="Espaço Reservado para Conteúdo 2">
            <a:extLst>
              <a:ext uri="{FF2B5EF4-FFF2-40B4-BE49-F238E27FC236}">
                <a16:creationId xmlns:a16="http://schemas.microsoft.com/office/drawing/2014/main" id="{EAE1CE44-E062-90FE-5656-79B04DBC0471}"/>
              </a:ext>
            </a:extLst>
          </p:cNvPr>
          <p:cNvSpPr>
            <a:spLocks noGrp="1"/>
          </p:cNvSpPr>
          <p:nvPr>
            <p:ph idx="1"/>
          </p:nvPr>
        </p:nvSpPr>
        <p:spPr>
          <a:xfrm>
            <a:off x="838200" y="2032921"/>
            <a:ext cx="10515600" cy="1325563"/>
          </a:xfrm>
        </p:spPr>
        <p:txBody>
          <a:bodyPr/>
          <a:lstStyle/>
          <a:p>
            <a:r>
              <a:rPr lang="en-GB" dirty="0"/>
              <a:t>Java Records are utilized for defining lightweight, immutable Data Transfer Objects (DTOs), such as LoanResponse</a:t>
            </a:r>
            <a:endParaRPr lang="pt-BR" dirty="0"/>
          </a:p>
        </p:txBody>
      </p:sp>
      <p:sp>
        <p:nvSpPr>
          <p:cNvPr id="5" name="CaixaDeTexto 4">
            <a:extLst>
              <a:ext uri="{FF2B5EF4-FFF2-40B4-BE49-F238E27FC236}">
                <a16:creationId xmlns:a16="http://schemas.microsoft.com/office/drawing/2014/main" id="{192E310F-FC1C-A5E8-7E38-1F95FABF1DBA}"/>
              </a:ext>
            </a:extLst>
          </p:cNvPr>
          <p:cNvSpPr txBox="1"/>
          <p:nvPr/>
        </p:nvSpPr>
        <p:spPr>
          <a:xfrm>
            <a:off x="838198" y="1518565"/>
            <a:ext cx="4806464" cy="523220"/>
          </a:xfrm>
          <a:prstGeom prst="rect">
            <a:avLst/>
          </a:prstGeom>
          <a:noFill/>
        </p:spPr>
        <p:txBody>
          <a:bodyPr wrap="square" rtlCol="0">
            <a:spAutoFit/>
          </a:bodyPr>
          <a:lstStyle/>
          <a:p>
            <a:r>
              <a:rPr lang="en-GB" sz="2800" b="1" dirty="0"/>
              <a:t>Records &amp; Immutability</a:t>
            </a:r>
            <a:endParaRPr lang="pt-BR" sz="2800" b="1" dirty="0"/>
          </a:p>
        </p:txBody>
      </p:sp>
      <p:sp>
        <p:nvSpPr>
          <p:cNvPr id="10" name="Caixa de Texto 2">
            <a:extLst>
              <a:ext uri="{FF2B5EF4-FFF2-40B4-BE49-F238E27FC236}">
                <a16:creationId xmlns:a16="http://schemas.microsoft.com/office/drawing/2014/main" id="{00A01B3C-82E0-1803-28A0-D25048B0F208}"/>
              </a:ext>
            </a:extLst>
          </p:cNvPr>
          <p:cNvSpPr txBox="1">
            <a:spLocks noChangeArrowheads="1"/>
          </p:cNvSpPr>
          <p:nvPr/>
        </p:nvSpPr>
        <p:spPr bwMode="auto">
          <a:xfrm>
            <a:off x="838198" y="3017425"/>
            <a:ext cx="10310448" cy="3094450"/>
          </a:xfrm>
          <a:prstGeom prst="rect">
            <a:avLst/>
          </a:prstGeom>
          <a:solidFill>
            <a:schemeClr val="bg1">
              <a:lumMod val="95000"/>
            </a:schemeClr>
          </a:solidFill>
          <a:ln w="9525">
            <a:solidFill>
              <a:schemeClr val="bg1"/>
            </a:solidFill>
            <a:miter lim="800000"/>
            <a:headEnd/>
            <a:tailEnd/>
          </a:ln>
        </p:spPr>
        <p:txBody>
          <a:bodyPr rot="0" vert="horz" wrap="square" lIns="91440" tIns="45720" rIns="91440" bIns="45720" anchor="t" anchorCtr="0">
            <a:noAutofit/>
          </a:bodyPr>
          <a:lstStyle/>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public record LoanResponse(</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Long id,</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Long memberId,</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LocalDate loanDate,</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LocalDate expectedReturnDate,</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List&lt;LoanItemResponse&gt; items,</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String status</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8170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3C7C-525A-96DB-4D4C-70AD912E49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C173A4-1B00-9725-0331-5C41CCCF69C5}"/>
              </a:ext>
            </a:extLst>
          </p:cNvPr>
          <p:cNvSpPr>
            <a:spLocks noGrp="1"/>
          </p:cNvSpPr>
          <p:nvPr>
            <p:ph type="title"/>
          </p:nvPr>
        </p:nvSpPr>
        <p:spPr/>
        <p:txBody>
          <a:bodyPr/>
          <a:lstStyle/>
          <a:p>
            <a:r>
              <a:rPr lang="en-GB" dirty="0"/>
              <a:t>Advanced Java Features</a:t>
            </a:r>
            <a:endParaRPr lang="pt-BR" dirty="0"/>
          </a:p>
        </p:txBody>
      </p:sp>
      <p:sp>
        <p:nvSpPr>
          <p:cNvPr id="3" name="Espaço Reservado para Conteúdo 2">
            <a:extLst>
              <a:ext uri="{FF2B5EF4-FFF2-40B4-BE49-F238E27FC236}">
                <a16:creationId xmlns:a16="http://schemas.microsoft.com/office/drawing/2014/main" id="{5F69E978-E227-BA07-CADB-7D7C3EB0745A}"/>
              </a:ext>
            </a:extLst>
          </p:cNvPr>
          <p:cNvSpPr>
            <a:spLocks noGrp="1"/>
          </p:cNvSpPr>
          <p:nvPr>
            <p:ph idx="1"/>
          </p:nvPr>
        </p:nvSpPr>
        <p:spPr>
          <a:xfrm>
            <a:off x="838200" y="2032921"/>
            <a:ext cx="10515600" cy="1325563"/>
          </a:xfrm>
        </p:spPr>
        <p:txBody>
          <a:bodyPr/>
          <a:lstStyle/>
          <a:p>
            <a:r>
              <a:rPr lang="en-GB" dirty="0"/>
              <a:t>Implemented to safeguard internal state of objects containing mutable collections. Getter methods for lists return an unmodifiable view or copy to prevent external modification.</a:t>
            </a:r>
            <a:endParaRPr lang="pt-BR" dirty="0"/>
          </a:p>
        </p:txBody>
      </p:sp>
      <p:sp>
        <p:nvSpPr>
          <p:cNvPr id="5" name="CaixaDeTexto 4">
            <a:extLst>
              <a:ext uri="{FF2B5EF4-FFF2-40B4-BE49-F238E27FC236}">
                <a16:creationId xmlns:a16="http://schemas.microsoft.com/office/drawing/2014/main" id="{E556C795-25C2-7774-75E1-D773EB326E52}"/>
              </a:ext>
            </a:extLst>
          </p:cNvPr>
          <p:cNvSpPr txBox="1"/>
          <p:nvPr/>
        </p:nvSpPr>
        <p:spPr>
          <a:xfrm>
            <a:off x="838198" y="1518565"/>
            <a:ext cx="4806464" cy="523220"/>
          </a:xfrm>
          <a:prstGeom prst="rect">
            <a:avLst/>
          </a:prstGeom>
          <a:noFill/>
        </p:spPr>
        <p:txBody>
          <a:bodyPr wrap="square" rtlCol="0">
            <a:spAutoFit/>
          </a:bodyPr>
          <a:lstStyle/>
          <a:p>
            <a:r>
              <a:rPr lang="en-GB" sz="2800" b="1" dirty="0"/>
              <a:t>Defensive Copying</a:t>
            </a:r>
            <a:endParaRPr lang="pt-BR" sz="2800" b="1" dirty="0"/>
          </a:p>
        </p:txBody>
      </p:sp>
      <p:sp>
        <p:nvSpPr>
          <p:cNvPr id="10" name="Caixa de Texto 2">
            <a:extLst>
              <a:ext uri="{FF2B5EF4-FFF2-40B4-BE49-F238E27FC236}">
                <a16:creationId xmlns:a16="http://schemas.microsoft.com/office/drawing/2014/main" id="{160200EC-9446-54B7-8C04-E0D3A11A71C0}"/>
              </a:ext>
            </a:extLst>
          </p:cNvPr>
          <p:cNvSpPr txBox="1">
            <a:spLocks noChangeArrowheads="1"/>
          </p:cNvSpPr>
          <p:nvPr/>
        </p:nvSpPr>
        <p:spPr bwMode="auto">
          <a:xfrm>
            <a:off x="838198" y="3460084"/>
            <a:ext cx="10310448" cy="1325563"/>
          </a:xfrm>
          <a:prstGeom prst="rect">
            <a:avLst/>
          </a:prstGeom>
          <a:solidFill>
            <a:schemeClr val="bg1">
              <a:lumMod val="95000"/>
            </a:schemeClr>
          </a:solidFill>
          <a:ln w="9525">
            <a:solidFill>
              <a:schemeClr val="bg1"/>
            </a:solidFill>
            <a:miter lim="800000"/>
            <a:headEnd/>
            <a:tailEnd/>
          </a:ln>
        </p:spPr>
        <p:txBody>
          <a:bodyPr rot="0" vert="horz" wrap="square" lIns="91440" tIns="45720" rIns="91440" bIns="45720" anchor="t" anchorCtr="0">
            <a:noAutofit/>
          </a:bodyPr>
          <a:lstStyle/>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public List&lt;LoanItem&gt; getItems()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return List.copyOf(items);</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latin typeface="Consolas" panose="020B0609020204030204" pitchFamily="49" charset="0"/>
                <a:ea typeface="Aptos" panose="020B0004020202020204" pitchFamily="34" charset="0"/>
                <a:cs typeface="Times New Roman" panose="02020603050405020304" pitchFamily="18" charset="0"/>
              </a:rPr>
              <a:t>}</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90990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BD5B3-82BE-31D7-95D5-B9BCAD1CE6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1774B2-7F6E-79D6-B5B0-3C84BF78F1B8}"/>
              </a:ext>
            </a:extLst>
          </p:cNvPr>
          <p:cNvSpPr>
            <a:spLocks noGrp="1"/>
          </p:cNvSpPr>
          <p:nvPr>
            <p:ph type="title"/>
          </p:nvPr>
        </p:nvSpPr>
        <p:spPr/>
        <p:txBody>
          <a:bodyPr/>
          <a:lstStyle/>
          <a:p>
            <a:r>
              <a:rPr lang="en-GB" dirty="0"/>
              <a:t>Advanced Java Features</a:t>
            </a:r>
            <a:endParaRPr lang="pt-BR" dirty="0"/>
          </a:p>
        </p:txBody>
      </p:sp>
      <p:sp>
        <p:nvSpPr>
          <p:cNvPr id="3" name="Espaço Reservado para Conteúdo 2">
            <a:extLst>
              <a:ext uri="{FF2B5EF4-FFF2-40B4-BE49-F238E27FC236}">
                <a16:creationId xmlns:a16="http://schemas.microsoft.com/office/drawing/2014/main" id="{97609BE7-7B74-B97A-EAF3-02330CD320F0}"/>
              </a:ext>
            </a:extLst>
          </p:cNvPr>
          <p:cNvSpPr>
            <a:spLocks noGrp="1"/>
          </p:cNvSpPr>
          <p:nvPr>
            <p:ph idx="1"/>
          </p:nvPr>
        </p:nvSpPr>
        <p:spPr>
          <a:xfrm>
            <a:off x="838200" y="1956721"/>
            <a:ext cx="10515600" cy="1325563"/>
          </a:xfrm>
        </p:spPr>
        <p:txBody>
          <a:bodyPr/>
          <a:lstStyle/>
          <a:p>
            <a:r>
              <a:rPr lang="en-GB" dirty="0"/>
              <a:t>Lambda expressions (and Predicate functional interface) are used extensively with the Streams API for concise data manipulation, such as filtering available items.</a:t>
            </a:r>
            <a:endParaRPr lang="pt-BR" dirty="0"/>
          </a:p>
        </p:txBody>
      </p:sp>
      <p:sp>
        <p:nvSpPr>
          <p:cNvPr id="5" name="CaixaDeTexto 4">
            <a:extLst>
              <a:ext uri="{FF2B5EF4-FFF2-40B4-BE49-F238E27FC236}">
                <a16:creationId xmlns:a16="http://schemas.microsoft.com/office/drawing/2014/main" id="{5A05AD03-ACAA-35CB-026A-7BC88905CAEE}"/>
              </a:ext>
            </a:extLst>
          </p:cNvPr>
          <p:cNvSpPr txBox="1"/>
          <p:nvPr/>
        </p:nvSpPr>
        <p:spPr>
          <a:xfrm>
            <a:off x="838198" y="1442365"/>
            <a:ext cx="4806464" cy="523220"/>
          </a:xfrm>
          <a:prstGeom prst="rect">
            <a:avLst/>
          </a:prstGeom>
          <a:noFill/>
        </p:spPr>
        <p:txBody>
          <a:bodyPr wrap="square" rtlCol="0">
            <a:spAutoFit/>
          </a:bodyPr>
          <a:lstStyle/>
          <a:p>
            <a:r>
              <a:rPr lang="en-GB" sz="2800" b="1" dirty="0"/>
              <a:t>Lambdas &amp; Streams</a:t>
            </a:r>
            <a:endParaRPr lang="pt-BR" sz="2800" b="1" dirty="0"/>
          </a:p>
        </p:txBody>
      </p:sp>
      <p:sp>
        <p:nvSpPr>
          <p:cNvPr id="10" name="Caixa de Texto 2">
            <a:extLst>
              <a:ext uri="{FF2B5EF4-FFF2-40B4-BE49-F238E27FC236}">
                <a16:creationId xmlns:a16="http://schemas.microsoft.com/office/drawing/2014/main" id="{18020C05-65B9-5212-A836-8CD33D5E129B}"/>
              </a:ext>
            </a:extLst>
          </p:cNvPr>
          <p:cNvSpPr txBox="1">
            <a:spLocks noChangeArrowheads="1"/>
          </p:cNvSpPr>
          <p:nvPr/>
        </p:nvSpPr>
        <p:spPr bwMode="auto">
          <a:xfrm>
            <a:off x="838198" y="3460084"/>
            <a:ext cx="10693402" cy="2229516"/>
          </a:xfrm>
          <a:prstGeom prst="rect">
            <a:avLst/>
          </a:prstGeom>
          <a:solidFill>
            <a:schemeClr val="bg1">
              <a:lumMod val="95000"/>
            </a:schemeClr>
          </a:solidFill>
          <a:ln w="9525">
            <a:solidFill>
              <a:schemeClr val="bg1"/>
            </a:solidFill>
            <a:miter lim="800000"/>
            <a:headEnd/>
            <a:tailEnd/>
          </a:ln>
        </p:spPr>
        <p:txBody>
          <a:bodyPr rot="0" vert="horz" wrap="square" lIns="91440" tIns="45720" rIns="91440" bIns="45720" anchor="t" anchorCtr="0">
            <a:noAutofit/>
          </a:bodyPr>
          <a:lstStyle/>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public Optional&lt;LoanItem&gt; findByLoanIdAndItemId(Long loanId, Long itemId)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return </a:t>
            </a:r>
            <a:r>
              <a:rPr lang="en-GB" sz="2000" i="1" kern="100" dirty="0">
                <a:effectLst/>
                <a:latin typeface="Consolas" panose="020B0609020204030204" pitchFamily="49" charset="0"/>
                <a:ea typeface="Aptos" panose="020B0004020202020204" pitchFamily="34" charset="0"/>
                <a:cs typeface="Times New Roman" panose="02020603050405020304" pitchFamily="18" charset="0"/>
              </a:rPr>
              <a:t>STORE</a:t>
            </a:r>
            <a:r>
              <a:rPr lang="en-GB" sz="2000" kern="100" dirty="0">
                <a:effectLst/>
                <a:latin typeface="Consolas" panose="020B0609020204030204" pitchFamily="49" charset="0"/>
                <a:ea typeface="Aptos" panose="020B0004020202020204" pitchFamily="34" charset="0"/>
                <a:cs typeface="Times New Roman" panose="02020603050405020304" pitchFamily="18" charset="0"/>
              </a:rPr>
              <a:t>.values().stream()</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.filter(i -&gt; i.getLoan().getId().equals(loanId) &amp;&amp;</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i.getItem().getId().equals(itemId))</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.findFirst();</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a:t>
            </a:r>
            <a:endParaRPr lang="pt-BR" sz="2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00440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8D053-DDFF-0838-9C6C-7CB871A3B1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E17774-3C7F-256E-E105-F3412F17111C}"/>
              </a:ext>
            </a:extLst>
          </p:cNvPr>
          <p:cNvSpPr>
            <a:spLocks noGrp="1"/>
          </p:cNvSpPr>
          <p:nvPr>
            <p:ph type="title"/>
          </p:nvPr>
        </p:nvSpPr>
        <p:spPr/>
        <p:txBody>
          <a:bodyPr/>
          <a:lstStyle/>
          <a:p>
            <a:r>
              <a:rPr lang="en-GB" dirty="0"/>
              <a:t>Advanced Java Features</a:t>
            </a:r>
            <a:endParaRPr lang="pt-BR" dirty="0"/>
          </a:p>
        </p:txBody>
      </p:sp>
      <p:sp>
        <p:nvSpPr>
          <p:cNvPr id="3" name="Espaço Reservado para Conteúdo 2">
            <a:extLst>
              <a:ext uri="{FF2B5EF4-FFF2-40B4-BE49-F238E27FC236}">
                <a16:creationId xmlns:a16="http://schemas.microsoft.com/office/drawing/2014/main" id="{B82B68D2-B78D-C21C-D1E0-908DBD535BB8}"/>
              </a:ext>
            </a:extLst>
          </p:cNvPr>
          <p:cNvSpPr>
            <a:spLocks noGrp="1"/>
          </p:cNvSpPr>
          <p:nvPr>
            <p:ph idx="1"/>
          </p:nvPr>
        </p:nvSpPr>
        <p:spPr>
          <a:xfrm>
            <a:off x="838200" y="1956721"/>
            <a:ext cx="10515600" cy="1325563"/>
          </a:xfrm>
        </p:spPr>
        <p:txBody>
          <a:bodyPr/>
          <a:lstStyle/>
          <a:p>
            <a:r>
              <a:rPr lang="en-GB" dirty="0"/>
              <a:t>The LibraryItem class is declared as a sealed abstract class, explicitly limiting its subclasses to only Book and Journal.</a:t>
            </a:r>
            <a:endParaRPr lang="pt-BR" dirty="0"/>
          </a:p>
        </p:txBody>
      </p:sp>
      <p:sp>
        <p:nvSpPr>
          <p:cNvPr id="5" name="CaixaDeTexto 4">
            <a:extLst>
              <a:ext uri="{FF2B5EF4-FFF2-40B4-BE49-F238E27FC236}">
                <a16:creationId xmlns:a16="http://schemas.microsoft.com/office/drawing/2014/main" id="{65FA3593-9DD7-1A44-1164-0F557625BD24}"/>
              </a:ext>
            </a:extLst>
          </p:cNvPr>
          <p:cNvSpPr txBox="1"/>
          <p:nvPr/>
        </p:nvSpPr>
        <p:spPr>
          <a:xfrm>
            <a:off x="838198" y="1442365"/>
            <a:ext cx="4806464" cy="523220"/>
          </a:xfrm>
          <a:prstGeom prst="rect">
            <a:avLst/>
          </a:prstGeom>
          <a:noFill/>
        </p:spPr>
        <p:txBody>
          <a:bodyPr wrap="square" rtlCol="0">
            <a:spAutoFit/>
          </a:bodyPr>
          <a:lstStyle/>
          <a:p>
            <a:r>
              <a:rPr lang="en-GB" sz="2800" b="1" dirty="0"/>
              <a:t>Sealed Classes</a:t>
            </a:r>
            <a:endParaRPr lang="pt-BR" sz="2800" b="1" dirty="0"/>
          </a:p>
        </p:txBody>
      </p:sp>
      <p:sp>
        <p:nvSpPr>
          <p:cNvPr id="10" name="Caixa de Texto 2">
            <a:extLst>
              <a:ext uri="{FF2B5EF4-FFF2-40B4-BE49-F238E27FC236}">
                <a16:creationId xmlns:a16="http://schemas.microsoft.com/office/drawing/2014/main" id="{92393E7C-3376-DD9A-F51B-56C993BCE4C5}"/>
              </a:ext>
            </a:extLst>
          </p:cNvPr>
          <p:cNvSpPr txBox="1">
            <a:spLocks noChangeArrowheads="1"/>
          </p:cNvSpPr>
          <p:nvPr/>
        </p:nvSpPr>
        <p:spPr bwMode="auto">
          <a:xfrm>
            <a:off x="838198" y="3042825"/>
            <a:ext cx="10693402" cy="2229516"/>
          </a:xfrm>
          <a:prstGeom prst="rect">
            <a:avLst/>
          </a:prstGeom>
          <a:solidFill>
            <a:schemeClr val="bg1">
              <a:lumMod val="95000"/>
            </a:schemeClr>
          </a:solidFill>
          <a:ln w="9525">
            <a:solidFill>
              <a:schemeClr val="bg1"/>
            </a:solidFill>
            <a:miter lim="800000"/>
            <a:headEnd/>
            <a:tailEnd/>
          </a:ln>
        </p:spPr>
        <p:txBody>
          <a:bodyPr rot="0" vert="horz" wrap="square" lIns="91440" tIns="45720" rIns="91440" bIns="45720" anchor="t" anchorCtr="0">
            <a:noAutofit/>
          </a:bodyPr>
          <a:lstStyle/>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public sealed abstract class LibraryItem permits Book, Journal {</a:t>
            </a:r>
          </a:p>
          <a:p>
            <a:pPr>
              <a:lnSpc>
                <a:spcPct val="107000"/>
              </a:lnSpc>
              <a:spcAft>
                <a:spcPts val="800"/>
              </a:spcAft>
              <a:buNone/>
            </a:pPr>
            <a:r>
              <a:rPr lang="en-GB" sz="2000" kern="100" dirty="0">
                <a:latin typeface="Consolas" panose="020B0609020204030204" pitchFamily="49" charset="0"/>
                <a:ea typeface="Aptos" panose="020B0004020202020204" pitchFamily="34" charset="0"/>
                <a:cs typeface="Times New Roman" panose="02020603050405020304" pitchFamily="18" charset="0"/>
              </a:rPr>
              <a:t>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a:t>
            </a:r>
            <a:endParaRPr lang="pt-BR" sz="2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74481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499A3-1136-3199-C0F7-C057BECD64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27B002-0650-89EC-890A-09C93B13D240}"/>
              </a:ext>
            </a:extLst>
          </p:cNvPr>
          <p:cNvSpPr>
            <a:spLocks noGrp="1"/>
          </p:cNvSpPr>
          <p:nvPr>
            <p:ph type="title"/>
          </p:nvPr>
        </p:nvSpPr>
        <p:spPr/>
        <p:txBody>
          <a:bodyPr/>
          <a:lstStyle/>
          <a:p>
            <a:r>
              <a:rPr lang="en-GB" dirty="0"/>
              <a:t>Java 25 Features</a:t>
            </a:r>
            <a:endParaRPr lang="pt-BR" dirty="0"/>
          </a:p>
        </p:txBody>
      </p:sp>
      <p:sp>
        <p:nvSpPr>
          <p:cNvPr id="3" name="Espaço Reservado para Conteúdo 2">
            <a:extLst>
              <a:ext uri="{FF2B5EF4-FFF2-40B4-BE49-F238E27FC236}">
                <a16:creationId xmlns:a16="http://schemas.microsoft.com/office/drawing/2014/main" id="{E7A40757-3D2A-FD8E-78C4-6285F8F1AFA0}"/>
              </a:ext>
            </a:extLst>
          </p:cNvPr>
          <p:cNvSpPr>
            <a:spLocks noGrp="1"/>
          </p:cNvSpPr>
          <p:nvPr>
            <p:ph idx="1"/>
          </p:nvPr>
        </p:nvSpPr>
        <p:spPr>
          <a:xfrm>
            <a:off x="838200" y="1956721"/>
            <a:ext cx="10515600" cy="1325563"/>
          </a:xfrm>
        </p:spPr>
        <p:txBody>
          <a:bodyPr>
            <a:normAutofit fontScale="92500"/>
          </a:bodyPr>
          <a:lstStyle/>
          <a:p>
            <a:r>
              <a:rPr lang="en-GB" dirty="0"/>
              <a:t>Used in the </a:t>
            </a:r>
            <a:r>
              <a:rPr lang="en-GB" b="1" i="1" dirty="0"/>
              <a:t>Book</a:t>
            </a:r>
            <a:r>
              <a:rPr lang="en-GB" dirty="0"/>
              <a:t> class constructor to execute validation (e.g., </a:t>
            </a:r>
            <a:r>
              <a:rPr lang="en-GB" dirty="0">
                <a:latin typeface="Consolas" panose="020B0609020204030204" pitchFamily="49" charset="0"/>
              </a:rPr>
              <a:t>pageCount &lt;= 0 </a:t>
            </a:r>
            <a:r>
              <a:rPr lang="en-GB" dirty="0"/>
              <a:t>check) before the call to </a:t>
            </a:r>
            <a:r>
              <a:rPr lang="en-GB" dirty="0">
                <a:latin typeface="Consolas" panose="020B0609020204030204" pitchFamily="49" charset="0"/>
              </a:rPr>
              <a:t>super()</a:t>
            </a:r>
            <a:r>
              <a:rPr lang="en-GB" dirty="0"/>
              <a:t>. This prevents the creation of invalid objects early in the construction process</a:t>
            </a:r>
            <a:endParaRPr lang="pt-BR" dirty="0"/>
          </a:p>
        </p:txBody>
      </p:sp>
      <p:sp>
        <p:nvSpPr>
          <p:cNvPr id="5" name="CaixaDeTexto 4">
            <a:extLst>
              <a:ext uri="{FF2B5EF4-FFF2-40B4-BE49-F238E27FC236}">
                <a16:creationId xmlns:a16="http://schemas.microsoft.com/office/drawing/2014/main" id="{B5ECBF7B-D7F3-0BEE-D9B0-F59FD023C9D2}"/>
              </a:ext>
            </a:extLst>
          </p:cNvPr>
          <p:cNvSpPr txBox="1"/>
          <p:nvPr/>
        </p:nvSpPr>
        <p:spPr>
          <a:xfrm>
            <a:off x="838198" y="1442365"/>
            <a:ext cx="6362702" cy="523220"/>
          </a:xfrm>
          <a:prstGeom prst="rect">
            <a:avLst/>
          </a:prstGeom>
          <a:noFill/>
        </p:spPr>
        <p:txBody>
          <a:bodyPr wrap="square" rtlCol="0">
            <a:spAutoFit/>
          </a:bodyPr>
          <a:lstStyle/>
          <a:p>
            <a:r>
              <a:rPr lang="en-GB" sz="2800" b="1" dirty="0"/>
              <a:t>Flexible Constructor Bodies (JEP 513)</a:t>
            </a:r>
            <a:endParaRPr lang="pt-BR" sz="2800" b="1" dirty="0"/>
          </a:p>
        </p:txBody>
      </p:sp>
      <p:sp>
        <p:nvSpPr>
          <p:cNvPr id="10" name="Caixa de Texto 2">
            <a:extLst>
              <a:ext uri="{FF2B5EF4-FFF2-40B4-BE49-F238E27FC236}">
                <a16:creationId xmlns:a16="http://schemas.microsoft.com/office/drawing/2014/main" id="{C8659833-3255-E4DF-5301-779F525236A2}"/>
              </a:ext>
            </a:extLst>
          </p:cNvPr>
          <p:cNvSpPr txBox="1">
            <a:spLocks noChangeArrowheads="1"/>
          </p:cNvSpPr>
          <p:nvPr/>
        </p:nvSpPr>
        <p:spPr bwMode="auto">
          <a:xfrm>
            <a:off x="774698" y="3218784"/>
            <a:ext cx="11099802" cy="3337591"/>
          </a:xfrm>
          <a:prstGeom prst="rect">
            <a:avLst/>
          </a:prstGeom>
          <a:solidFill>
            <a:schemeClr val="bg1">
              <a:lumMod val="95000"/>
            </a:schemeClr>
          </a:solidFill>
          <a:ln w="9525">
            <a:solidFill>
              <a:schemeClr val="bg1"/>
            </a:solidFill>
            <a:miter lim="800000"/>
            <a:headEnd/>
            <a:tailEnd/>
          </a:ln>
        </p:spPr>
        <p:txBody>
          <a:bodyPr rot="0" vert="horz" wrap="square" lIns="91440" tIns="45720" rIns="91440" bIns="45720" anchor="t" anchorCtr="0">
            <a:noAutofit/>
          </a:bodyPr>
          <a:lstStyle/>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public final class Book extends LibraryItem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public Book(String title, String author, LocalDate publicationDate,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String isbn, String genre, int pageCount)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if (pageCount &lt;= 0)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throw new IllegalArgumentException("Page count must be positive");</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super(title, author, publicationDate);</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95957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13E21-4075-8363-517D-2ADB3A22C0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F5F80C-8FB7-46BC-E282-7B5E25F559D7}"/>
              </a:ext>
            </a:extLst>
          </p:cNvPr>
          <p:cNvSpPr>
            <a:spLocks noGrp="1"/>
          </p:cNvSpPr>
          <p:nvPr>
            <p:ph type="title"/>
          </p:nvPr>
        </p:nvSpPr>
        <p:spPr/>
        <p:txBody>
          <a:bodyPr/>
          <a:lstStyle/>
          <a:p>
            <a:r>
              <a:rPr lang="en-GB" dirty="0"/>
              <a:t>Java 25 Features</a:t>
            </a:r>
            <a:endParaRPr lang="pt-BR" dirty="0"/>
          </a:p>
        </p:txBody>
      </p:sp>
      <p:sp>
        <p:nvSpPr>
          <p:cNvPr id="3" name="Espaço Reservado para Conteúdo 2">
            <a:extLst>
              <a:ext uri="{FF2B5EF4-FFF2-40B4-BE49-F238E27FC236}">
                <a16:creationId xmlns:a16="http://schemas.microsoft.com/office/drawing/2014/main" id="{9C8908F6-2C6C-FF0D-814F-2354E235AC60}"/>
              </a:ext>
            </a:extLst>
          </p:cNvPr>
          <p:cNvSpPr>
            <a:spLocks noGrp="1"/>
          </p:cNvSpPr>
          <p:nvPr>
            <p:ph idx="1"/>
          </p:nvPr>
        </p:nvSpPr>
        <p:spPr>
          <a:xfrm>
            <a:off x="838200" y="1956721"/>
            <a:ext cx="10515600" cy="1325563"/>
          </a:xfrm>
        </p:spPr>
        <p:txBody>
          <a:bodyPr>
            <a:normAutofit/>
          </a:bodyPr>
          <a:lstStyle/>
          <a:p>
            <a:r>
              <a:rPr lang="en-GB" dirty="0"/>
              <a:t>Utilized to simplify the application entry point by declaring main() as an instance method within the Application class</a:t>
            </a:r>
            <a:endParaRPr lang="pt-BR" dirty="0"/>
          </a:p>
        </p:txBody>
      </p:sp>
      <p:sp>
        <p:nvSpPr>
          <p:cNvPr id="5" name="CaixaDeTexto 4">
            <a:extLst>
              <a:ext uri="{FF2B5EF4-FFF2-40B4-BE49-F238E27FC236}">
                <a16:creationId xmlns:a16="http://schemas.microsoft.com/office/drawing/2014/main" id="{213A989E-C685-634C-B124-F9ED9B34528C}"/>
              </a:ext>
            </a:extLst>
          </p:cNvPr>
          <p:cNvSpPr txBox="1"/>
          <p:nvPr/>
        </p:nvSpPr>
        <p:spPr>
          <a:xfrm>
            <a:off x="838198" y="1442365"/>
            <a:ext cx="6362702" cy="523220"/>
          </a:xfrm>
          <a:prstGeom prst="rect">
            <a:avLst/>
          </a:prstGeom>
          <a:noFill/>
        </p:spPr>
        <p:txBody>
          <a:bodyPr wrap="square" rtlCol="0">
            <a:spAutoFit/>
          </a:bodyPr>
          <a:lstStyle/>
          <a:p>
            <a:r>
              <a:rPr lang="en-GB" sz="2800" b="1" dirty="0"/>
              <a:t>Instance Main Methods (JEP 512)</a:t>
            </a:r>
            <a:endParaRPr lang="pt-BR" sz="2800" b="1" dirty="0"/>
          </a:p>
        </p:txBody>
      </p:sp>
      <p:sp>
        <p:nvSpPr>
          <p:cNvPr id="10" name="Caixa de Texto 2">
            <a:extLst>
              <a:ext uri="{FF2B5EF4-FFF2-40B4-BE49-F238E27FC236}">
                <a16:creationId xmlns:a16="http://schemas.microsoft.com/office/drawing/2014/main" id="{CF302CE8-4AEF-53DA-420F-AAD810057687}"/>
              </a:ext>
            </a:extLst>
          </p:cNvPr>
          <p:cNvSpPr txBox="1">
            <a:spLocks noChangeArrowheads="1"/>
          </p:cNvSpPr>
          <p:nvPr/>
        </p:nvSpPr>
        <p:spPr bwMode="auto">
          <a:xfrm>
            <a:off x="838198" y="3193384"/>
            <a:ext cx="9893302" cy="2120651"/>
          </a:xfrm>
          <a:prstGeom prst="rect">
            <a:avLst/>
          </a:prstGeom>
          <a:solidFill>
            <a:schemeClr val="bg1">
              <a:lumMod val="95000"/>
            </a:schemeClr>
          </a:solidFill>
          <a:ln w="9525">
            <a:solidFill>
              <a:schemeClr val="bg1"/>
            </a:solidFill>
            <a:miter lim="800000"/>
            <a:headEnd/>
            <a:tailEnd/>
          </a:ln>
        </p:spPr>
        <p:txBody>
          <a:bodyPr rot="0" vert="horz" wrap="square" lIns="91440" tIns="45720" rIns="91440" bIns="45720" anchor="t" anchorCtr="0">
            <a:noAutofit/>
          </a:bodyPr>
          <a:lstStyle/>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@SpringBootApplication</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class Application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void main()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SpringApplication.</a:t>
            </a:r>
            <a:r>
              <a:rPr lang="en-GB" sz="2000" i="1" kern="100" dirty="0">
                <a:effectLst/>
                <a:latin typeface="Consolas" panose="020B0609020204030204" pitchFamily="49" charset="0"/>
                <a:ea typeface="Aptos" panose="020B0004020202020204" pitchFamily="34" charset="0"/>
                <a:cs typeface="Times New Roman" panose="02020603050405020304" pitchFamily="18" charset="0"/>
              </a:rPr>
              <a:t>run</a:t>
            </a:r>
            <a:r>
              <a:rPr lang="en-GB" sz="2000" kern="100" dirty="0">
                <a:effectLst/>
                <a:latin typeface="Consolas" panose="020B0609020204030204" pitchFamily="49" charset="0"/>
                <a:ea typeface="Aptos" panose="020B0004020202020204" pitchFamily="34" charset="0"/>
                <a:cs typeface="Times New Roman" panose="02020603050405020304" pitchFamily="18" charset="0"/>
              </a:rPr>
              <a:t>(Application.class);</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br>
              <a:rPr lang="en-GB" sz="2000" kern="100" dirty="0">
                <a:effectLst/>
                <a:latin typeface="Consolas" panose="020B0609020204030204" pitchFamily="49" charset="0"/>
                <a:ea typeface="Aptos" panose="020B0004020202020204" pitchFamily="34" charset="0"/>
                <a:cs typeface="Times New Roman" panose="02020603050405020304" pitchFamily="18" charset="0"/>
              </a:rPr>
            </a:br>
            <a:r>
              <a:rPr lang="en-GB" sz="2000" kern="100" dirty="0">
                <a:effectLst/>
                <a:latin typeface="Consolas" panose="020B0609020204030204" pitchFamily="49" charset="0"/>
                <a:ea typeface="Aptos" panose="020B0004020202020204" pitchFamily="34" charset="0"/>
                <a:cs typeface="Times New Roman" panose="02020603050405020304" pitchFamily="18" charset="0"/>
              </a:rPr>
              <a:t>}</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buNone/>
            </a:pPr>
            <a:r>
              <a:rPr lang="en-GB" sz="2000" kern="100" dirty="0">
                <a:effectLst/>
                <a:latin typeface="Consolas" panose="020B0609020204030204" pitchFamily="49" charset="0"/>
                <a:ea typeface="Aptos" panose="020B0004020202020204" pitchFamily="34" charset="0"/>
                <a:cs typeface="Times New Roman" panose="02020603050405020304" pitchFamily="18" charset="0"/>
              </a:rPr>
              <a:t> </a:t>
            </a:r>
            <a:endParaRPr lang="pt-BR"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84125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F3A56-4EAA-685D-6F87-71535CAB75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7D3AEA-2C6F-BEEC-0090-A64EEB0EC843}"/>
              </a:ext>
            </a:extLst>
          </p:cNvPr>
          <p:cNvSpPr>
            <a:spLocks noGrp="1"/>
          </p:cNvSpPr>
          <p:nvPr>
            <p:ph type="title"/>
          </p:nvPr>
        </p:nvSpPr>
        <p:spPr/>
        <p:txBody>
          <a:bodyPr/>
          <a:lstStyle/>
          <a:p>
            <a:r>
              <a:rPr lang="en-GB" dirty="0"/>
              <a:t>Conclusion and Evaluation</a:t>
            </a:r>
            <a:endParaRPr lang="pt-BR" dirty="0"/>
          </a:p>
        </p:txBody>
      </p:sp>
      <p:sp>
        <p:nvSpPr>
          <p:cNvPr id="3" name="Espaço Reservado para Conteúdo 2">
            <a:extLst>
              <a:ext uri="{FF2B5EF4-FFF2-40B4-BE49-F238E27FC236}">
                <a16:creationId xmlns:a16="http://schemas.microsoft.com/office/drawing/2014/main" id="{482724F6-A4B8-2580-2A27-0607E23240D9}"/>
              </a:ext>
            </a:extLst>
          </p:cNvPr>
          <p:cNvSpPr>
            <a:spLocks noGrp="1"/>
          </p:cNvSpPr>
          <p:nvPr>
            <p:ph idx="1"/>
          </p:nvPr>
        </p:nvSpPr>
        <p:spPr>
          <a:xfrm>
            <a:off x="838200" y="1994821"/>
            <a:ext cx="10515600" cy="3885279"/>
          </a:xfrm>
        </p:spPr>
        <p:txBody>
          <a:bodyPr>
            <a:normAutofit/>
          </a:bodyPr>
          <a:lstStyle/>
          <a:p>
            <a:r>
              <a:rPr lang="en-GB" dirty="0"/>
              <a:t>The project successfully implemented all required fundamental OOP features (classes, encapsulation, inheritance, polymorphism, interfaces, exceptions, enums) and advanced features (records, sealed classes, lambdas, defensive copying)</a:t>
            </a:r>
          </a:p>
          <a:p>
            <a:r>
              <a:rPr lang="en-GB" dirty="0"/>
              <a:t>Explored Java 25 features such as Flexible Constructor Bodies, compact source files, and Instance Methods</a:t>
            </a:r>
          </a:p>
          <a:p>
            <a:r>
              <a:rPr lang="pt-BR" dirty="0"/>
              <a:t>The API </a:t>
            </a:r>
            <a:r>
              <a:rPr lang="pt-BR" dirty="0" err="1"/>
              <a:t>provides</a:t>
            </a:r>
            <a:r>
              <a:rPr lang="pt-BR" dirty="0"/>
              <a:t> a </a:t>
            </a:r>
            <a:r>
              <a:rPr lang="pt-BR" dirty="0" err="1"/>
              <a:t>robust</a:t>
            </a:r>
            <a:r>
              <a:rPr lang="pt-BR" dirty="0"/>
              <a:t> </a:t>
            </a:r>
            <a:r>
              <a:rPr lang="pt-BR" dirty="0" err="1"/>
              <a:t>and</a:t>
            </a:r>
            <a:r>
              <a:rPr lang="pt-BR" dirty="0"/>
              <a:t> </a:t>
            </a:r>
            <a:r>
              <a:rPr lang="pt-BR" dirty="0" err="1"/>
              <a:t>functional</a:t>
            </a:r>
            <a:r>
              <a:rPr lang="pt-BR" dirty="0"/>
              <a:t> </a:t>
            </a:r>
            <a:r>
              <a:rPr lang="pt-BR" dirty="0" err="1"/>
              <a:t>mechanism</a:t>
            </a:r>
            <a:r>
              <a:rPr lang="pt-BR" dirty="0"/>
              <a:t> for </a:t>
            </a:r>
            <a:r>
              <a:rPr lang="pt-BR" dirty="0" err="1"/>
              <a:t>managing</a:t>
            </a:r>
            <a:r>
              <a:rPr lang="pt-BR" dirty="0"/>
              <a:t> </a:t>
            </a:r>
            <a:r>
              <a:rPr lang="pt-BR" dirty="0" err="1"/>
              <a:t>loan</a:t>
            </a:r>
            <a:r>
              <a:rPr lang="pt-BR" dirty="0"/>
              <a:t> </a:t>
            </a:r>
            <a:r>
              <a:rPr lang="pt-BR" dirty="0" err="1"/>
              <a:t>operations</a:t>
            </a:r>
            <a:r>
              <a:rPr lang="pt-BR" dirty="0"/>
              <a:t> </a:t>
            </a:r>
            <a:r>
              <a:rPr lang="pt-BR" dirty="0" err="1"/>
              <a:t>based</a:t>
            </a:r>
            <a:r>
              <a:rPr lang="pt-BR" dirty="0"/>
              <a:t> </a:t>
            </a:r>
            <a:r>
              <a:rPr lang="pt-BR" dirty="0" err="1"/>
              <a:t>on</a:t>
            </a:r>
            <a:r>
              <a:rPr lang="pt-BR" dirty="0"/>
              <a:t> </a:t>
            </a:r>
            <a:r>
              <a:rPr lang="pt-BR" dirty="0" err="1"/>
              <a:t>the</a:t>
            </a:r>
            <a:r>
              <a:rPr lang="pt-BR" dirty="0"/>
              <a:t> </a:t>
            </a:r>
            <a:r>
              <a:rPr lang="pt-BR" dirty="0" err="1"/>
              <a:t>user</a:t>
            </a:r>
            <a:r>
              <a:rPr lang="pt-BR" dirty="0"/>
              <a:t> stories.</a:t>
            </a:r>
          </a:p>
        </p:txBody>
      </p:sp>
      <p:sp>
        <p:nvSpPr>
          <p:cNvPr id="5" name="CaixaDeTexto 4">
            <a:extLst>
              <a:ext uri="{FF2B5EF4-FFF2-40B4-BE49-F238E27FC236}">
                <a16:creationId xmlns:a16="http://schemas.microsoft.com/office/drawing/2014/main" id="{BBC08CF8-C2B0-9306-30EA-96615FBB6F71}"/>
              </a:ext>
            </a:extLst>
          </p:cNvPr>
          <p:cNvSpPr txBox="1"/>
          <p:nvPr/>
        </p:nvSpPr>
        <p:spPr>
          <a:xfrm>
            <a:off x="838198" y="1442365"/>
            <a:ext cx="6362702" cy="523220"/>
          </a:xfrm>
          <a:prstGeom prst="rect">
            <a:avLst/>
          </a:prstGeom>
          <a:noFill/>
        </p:spPr>
        <p:txBody>
          <a:bodyPr wrap="square" rtlCol="0">
            <a:spAutoFit/>
          </a:bodyPr>
          <a:lstStyle/>
          <a:p>
            <a:r>
              <a:rPr lang="en-GB" sz="2800" b="1" dirty="0"/>
              <a:t>Summary</a:t>
            </a:r>
            <a:endParaRPr lang="pt-BR" sz="2800" b="1" dirty="0"/>
          </a:p>
        </p:txBody>
      </p:sp>
    </p:spTree>
    <p:extLst>
      <p:ext uri="{BB962C8B-B14F-4D97-AF65-F5344CB8AC3E}">
        <p14:creationId xmlns:p14="http://schemas.microsoft.com/office/powerpoint/2010/main" val="3481319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9A728-CB0C-23F3-F1E0-3EBD6559BD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86A982-067D-89B1-D350-B13EA5FD3C63}"/>
              </a:ext>
            </a:extLst>
          </p:cNvPr>
          <p:cNvSpPr>
            <a:spLocks noGrp="1"/>
          </p:cNvSpPr>
          <p:nvPr>
            <p:ph type="title"/>
          </p:nvPr>
        </p:nvSpPr>
        <p:spPr/>
        <p:txBody>
          <a:bodyPr/>
          <a:lstStyle/>
          <a:p>
            <a:r>
              <a:rPr lang="en-GB" dirty="0"/>
              <a:t>Conclusion and Evaluation</a:t>
            </a:r>
            <a:endParaRPr lang="pt-BR" dirty="0"/>
          </a:p>
        </p:txBody>
      </p:sp>
      <p:sp>
        <p:nvSpPr>
          <p:cNvPr id="3" name="Espaço Reservado para Conteúdo 2">
            <a:extLst>
              <a:ext uri="{FF2B5EF4-FFF2-40B4-BE49-F238E27FC236}">
                <a16:creationId xmlns:a16="http://schemas.microsoft.com/office/drawing/2014/main" id="{CF8B0755-3971-1D36-3700-0EB0A987D22B}"/>
              </a:ext>
            </a:extLst>
          </p:cNvPr>
          <p:cNvSpPr>
            <a:spLocks noGrp="1"/>
          </p:cNvSpPr>
          <p:nvPr>
            <p:ph idx="1"/>
          </p:nvPr>
        </p:nvSpPr>
        <p:spPr>
          <a:xfrm>
            <a:off x="838200" y="1994821"/>
            <a:ext cx="10515600" cy="3885279"/>
          </a:xfrm>
        </p:spPr>
        <p:txBody>
          <a:bodyPr>
            <a:normAutofit/>
          </a:bodyPr>
          <a:lstStyle/>
          <a:p>
            <a:r>
              <a:rPr lang="en-GB" dirty="0"/>
              <a:t>Replace in-memory storage (static maps) with a persistent database layer using JPA (H2 or MySQL)</a:t>
            </a:r>
          </a:p>
          <a:p>
            <a:r>
              <a:rPr lang="en-GB" dirty="0"/>
              <a:t>Develop a frontend web application (e.g., React, </a:t>
            </a:r>
            <a:r>
              <a:rPr lang="en-GB" dirty="0" err="1"/>
              <a:t>Thymeleaf</a:t>
            </a:r>
            <a:r>
              <a:rPr lang="en-GB" dirty="0"/>
              <a:t>) to provide a graphical user interface for interacting with the API</a:t>
            </a:r>
          </a:p>
          <a:p>
            <a:r>
              <a:rPr lang="pt-BR" dirty="0" err="1"/>
              <a:t>Implement</a:t>
            </a:r>
            <a:r>
              <a:rPr lang="pt-BR" dirty="0"/>
              <a:t> </a:t>
            </a:r>
            <a:r>
              <a:rPr lang="pt-BR" dirty="0" err="1"/>
              <a:t>Authentication</a:t>
            </a:r>
            <a:r>
              <a:rPr lang="pt-BR" dirty="0"/>
              <a:t> &amp; </a:t>
            </a:r>
            <a:r>
              <a:rPr lang="pt-BR" dirty="0" err="1"/>
              <a:t>Authorization</a:t>
            </a:r>
            <a:r>
              <a:rPr lang="pt-BR" dirty="0"/>
              <a:t> </a:t>
            </a:r>
            <a:r>
              <a:rPr lang="pt-BR" dirty="0" err="1"/>
              <a:t>using</a:t>
            </a:r>
            <a:r>
              <a:rPr lang="pt-BR" dirty="0"/>
              <a:t> Spring Security for role-</a:t>
            </a:r>
            <a:r>
              <a:rPr lang="pt-BR" dirty="0" err="1"/>
              <a:t>based</a:t>
            </a:r>
            <a:r>
              <a:rPr lang="pt-BR" dirty="0"/>
              <a:t> </a:t>
            </a:r>
            <a:r>
              <a:rPr lang="pt-BR" dirty="0" err="1"/>
              <a:t>access</a:t>
            </a:r>
            <a:r>
              <a:rPr lang="pt-BR" dirty="0"/>
              <a:t> (MEMBER/ADMIN).</a:t>
            </a:r>
          </a:p>
        </p:txBody>
      </p:sp>
      <p:sp>
        <p:nvSpPr>
          <p:cNvPr id="5" name="CaixaDeTexto 4">
            <a:extLst>
              <a:ext uri="{FF2B5EF4-FFF2-40B4-BE49-F238E27FC236}">
                <a16:creationId xmlns:a16="http://schemas.microsoft.com/office/drawing/2014/main" id="{F7E46C95-87B2-FB69-ABEB-12F5E3A22254}"/>
              </a:ext>
            </a:extLst>
          </p:cNvPr>
          <p:cNvSpPr txBox="1"/>
          <p:nvPr/>
        </p:nvSpPr>
        <p:spPr>
          <a:xfrm>
            <a:off x="838198" y="1442365"/>
            <a:ext cx="6362702" cy="523220"/>
          </a:xfrm>
          <a:prstGeom prst="rect">
            <a:avLst/>
          </a:prstGeom>
          <a:noFill/>
        </p:spPr>
        <p:txBody>
          <a:bodyPr wrap="square" rtlCol="0">
            <a:spAutoFit/>
          </a:bodyPr>
          <a:lstStyle/>
          <a:p>
            <a:r>
              <a:rPr lang="en-GB" sz="2800" b="1" dirty="0"/>
              <a:t>Areas for Improvement</a:t>
            </a:r>
            <a:endParaRPr lang="pt-BR" sz="2800" b="1" dirty="0"/>
          </a:p>
        </p:txBody>
      </p:sp>
    </p:spTree>
    <p:extLst>
      <p:ext uri="{BB962C8B-B14F-4D97-AF65-F5344CB8AC3E}">
        <p14:creationId xmlns:p14="http://schemas.microsoft.com/office/powerpoint/2010/main" val="263230334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310</TotalTime>
  <Words>876</Words>
  <Application>Microsoft Office PowerPoint</Application>
  <PresentationFormat>Widescreen</PresentationFormat>
  <Paragraphs>87</Paragraphs>
  <Slides>19</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19</vt:i4>
      </vt:variant>
    </vt:vector>
  </HeadingPairs>
  <TitlesOfParts>
    <vt:vector size="25" baseType="lpstr">
      <vt:lpstr>Aptos</vt:lpstr>
      <vt:lpstr>Aptos Display</vt:lpstr>
      <vt:lpstr>Arial</vt:lpstr>
      <vt:lpstr>Calibri</vt:lpstr>
      <vt:lpstr>Consolas</vt:lpstr>
      <vt:lpstr>Tema do Office</vt:lpstr>
      <vt:lpstr>Library Management Service</vt:lpstr>
      <vt:lpstr>Project Overview and Requirements</vt:lpstr>
      <vt:lpstr>System Architecture</vt:lpstr>
      <vt:lpstr>Domain Model</vt:lpstr>
      <vt:lpstr>Core OOP Principles</vt:lpstr>
      <vt:lpstr>User Stories and API Endpoints</vt:lpstr>
      <vt:lpstr>User Stories and API Endpoints</vt:lpstr>
      <vt:lpstr>User Stories and API Endpoints</vt:lpstr>
      <vt:lpstr>User Stories and API Endpoints</vt:lpstr>
      <vt:lpstr>Exception Handling</vt:lpstr>
      <vt:lpstr>DEMO</vt:lpstr>
      <vt:lpstr>Advanced Java Features</vt:lpstr>
      <vt:lpstr>Advanced Java Features</vt:lpstr>
      <vt:lpstr>Advanced Java Features</vt:lpstr>
      <vt:lpstr>Advanced Java Features</vt:lpstr>
      <vt:lpstr>Java 25 Features</vt:lpstr>
      <vt:lpstr>Java 25 Features</vt:lpstr>
      <vt:lpstr>Conclusion and Evaluation</vt:lpstr>
      <vt:lpstr>Conclusion and 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Joel Silva</dc:creator>
  <cp:lastModifiedBy>Joel Silva</cp:lastModifiedBy>
  <cp:revision>1</cp:revision>
  <dcterms:created xsi:type="dcterms:W3CDTF">2025-10-27T21:32:05Z</dcterms:created>
  <dcterms:modified xsi:type="dcterms:W3CDTF">2025-11-01T13:51:50Z</dcterms:modified>
</cp:coreProperties>
</file>